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y="6858000" cx="12192000"/>
  <p:notesSz cx="6858000" cy="9144000"/>
  <p:embeddedFontLst>
    <p:embeddedFont>
      <p:font typeface="Montserrat Medium"/>
      <p:regular r:id="rId42"/>
      <p:bold r:id="rId43"/>
      <p:italic r:id="rId44"/>
      <p:boldItalic r:id="rId45"/>
    </p:embeddedFont>
    <p:embeddedFont>
      <p:font typeface="Montserrat ExtraBold"/>
      <p:bold r:id="rId46"/>
      <p:boldItalic r:id="rId47"/>
    </p:embeddedFont>
    <p:embeddedFont>
      <p:font typeface="Tektur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jrN5m/FfLIJLzAEEw8m4ExjqKc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42" Type="http://schemas.openxmlformats.org/officeDocument/2006/relationships/font" Target="fonts/MontserratMedium-regular.fntdata"/><Relationship Id="rId43" Type="http://schemas.openxmlformats.org/officeDocument/2006/relationships/font" Target="fonts/MontserratMedium-bold.fntdata"/><Relationship Id="rId44" Type="http://schemas.openxmlformats.org/officeDocument/2006/relationships/font" Target="fonts/MontserratMedium-italic.fntdata"/><Relationship Id="rId45" Type="http://schemas.openxmlformats.org/officeDocument/2006/relationships/font" Target="fonts/MontserratMedium-boldItalic.fntdata"/><Relationship Id="rId46" Type="http://schemas.openxmlformats.org/officeDocument/2006/relationships/font" Target="fonts/MontserratExtraBold-bold.fntdata"/><Relationship Id="rId47" Type="http://schemas.openxmlformats.org/officeDocument/2006/relationships/font" Target="fonts/MontserratExtraBold-boldItalic.fntdata"/><Relationship Id="rId48" Type="http://schemas.openxmlformats.org/officeDocument/2006/relationships/font" Target="fonts/Tektur-regular.fntdata"/><Relationship Id="rId49" Type="http://schemas.openxmlformats.org/officeDocument/2006/relationships/font" Target="fonts/Tektur-bold.fntdata"/><Relationship Id="rId5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0:00-0:10 (10 с)</a:t>
            </a:r>
          </a:p>
          <a:p>
            <a:r>
              <a:t>«Мы сделали рабочее место аналитика АБПВ. Каждое срабатывание разобрано по фактам: у факта есть секунда и поле данных.»</a:t>
            </a:r>
          </a:p>
          <a:p>
            <a:r>
              <a:t>Баннер образовательной линии взят из шаблона организаторов.</a:t>
            </a:r>
          </a:p>
        </p:txBody>
      </p:sp>
      <p:sp>
        <p:nvSpPr>
          <p:cNvPr id="475" name="Google Shape;4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0:10-0:30 (20 с)</a:t>
            </a:r>
          </a:p>
          <a:p>
            <a:r>
              <a:t>«Неделя одного вагона это 106 тысяч строк CSV и 191 мегабайт JSON. Чтобы понять одно торможение, аналитик вручную сверяет два файла по времени. Справа 18 строк вокруг одной остановки.»</a:t>
            </a:r>
          </a:p>
          <a:p>
            <a:r>
              <a:t>Источник: data/raw/new_data/hakathon_new_data/7752/15_09__22_09_move_detailed_7752.csv (wc -l = 105 989), .jsonseq 191 МБ; справа строки 18140-18157 файла 3139/17_09_move_detailed_3139.csv.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0:30-1:15 (45 с)</a:t>
            </a:r>
          </a:p>
          <a:p>
            <a:r>
              <a:t>«На этих данных работают все пять этапов ТЗ: данные, автоматический разбор, дашборд с единым курсором, 2D и 3D. Каждый этап это вкладка сайта, всё покажу вживую.»</a:t>
            </a:r>
          </a:p>
          <a:p>
            <a:r>
              <a:t>Кадры: свежие скриншоты сайта 09.10.2026 (images/sirius). 13 357 = /api/stats total. Этап 5 честно: объект и светофор стоят условно, дистанции в данных нет.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1:15-1:35 (20 с)</a:t>
            </a:r>
          </a:p>
          <a:p>
            <a:r>
              <a:t>«Без фонового ограничения скорости это 6 113 срабатываний, 144 на 100 км. 59% из них важные и критичные. Вагоны отличаются в 2,7 раза на тот же пробег: это уже вопрос к калибровке или маршруту.»</a:t>
            </a:r>
          </a:p>
          <a:p>
            <a:r>
              <a:t>Источник: KPI на «Обзоре» (144,4; 3 591 из 6 113; от 83,1 до 220,5 по вагонам); /api/stats total 13 357 минус speed_limit 7 244 = 6 113.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1:35-2:05 (30 с)</a:t>
            </a:r>
          </a:p>
          <a:p>
            <a:r>
              <a:t>«Разбор собирает код, не модель. Факт выглядит так: 22:28:47, подсистема препятствий запросила воздействие, поле danger_act. Модель через OpenRouter получает только этот список и пересказывает его, со временем и полем у каждого утверждения. Jev ставит эпизод в очередь: этот "разобрать первым".»</a:t>
            </a:r>
          </a:p>
          <a:p>
            <a:r>
              <a:t>Кадры: эпизод 3139, 17.09 22:28:34, окно «ИИ-анализ эпизода» (ответ из кеша). Модели: deepseek/deepseek-v4.1-flash, Jev qwen/qwen3.8-flash.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2:05-2:20 (15 с)</a:t>
            </a:r>
          </a:p>
          <a:p>
            <a:r>
              <a:t>«2D и 3D проигрывают эпизод по записанной скорости и тормозам. Итог виден сразу: трамвай остановился до автомобиля.»</a:t>
            </a:r>
          </a:p>
          <a:p>
            <a:r>
              <a:t>Кадры: эпизод 3139, 17.09, курсор 22:28:55 (2D через input range, 3D Edge headless).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2:20-2:25 (5 с)</a:t>
            </a:r>
          </a:p>
          <a:p>
            <a:r>
              <a:t>«Код открыт, QR на экране. Теперь покажу продукт вживую.»</a:t>
            </a:r>
          </a:p>
          <a:p>
            <a:r>
              <a:t>QR кодирует https://github.com/Shilushiza/get-tram-adas (images/qr_repo.png), ширина 3,6 дюйма = 9,1 см.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2:25-4:25 (2:00), живой показ http://127.0.0.1:5173</a:t>
            </a:r>
          </a:p>
          <a:p>
            <a:r>
              <a:t>0:00-0:15 Обзор: 144,4 на 100 км, 59%, фильтр, карта.</a:t>
            </a:r>
          </a:p>
          <a:p>
            <a:r>
              <a:t>0:15-0:25 «Разобрать первый эпизод»: 3139, 17.09 22:28:34, критично, 27 км/ч до 0.</a:t>
            </a:r>
          </a:p>
          <a:p>
            <a:r>
              <a:t>0:25-0:45 «Реакция системы», клик 22:28:47: курсор на графиках и сцене.</a:t>
            </a:r>
          </a:p>
          <a:p>
            <a:r>
              <a:t>0:45-1:10 2D, «К срабатыванию», пуск, 2×: итог «Остановился до объекта».</a:t>
            </a:r>
          </a:p>
          <a:p>
            <a:r>
              <a:t>1:10-1:15 «Скачать ролик».</a:t>
            </a:r>
          </a:p>
          <a:p>
            <a:r>
              <a:t>1:15-1:45 «ИИ-анализ эпизода»: Jev «Разобрать первым», вывод, что проверить.</a:t>
            </a:r>
          </a:p>
          <a:p>
            <a:r>
              <a:t>1:45-2:00 «Как пользоваться», EN.</a:t>
            </a:r>
          </a:p>
          <a:p>
            <a:r>
              <a:t>Сломалось: «покажу на снимках», слайды B1-B5. API: трей, «Перезапустить серверы».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4:25-4:42 (17 с)</a:t>
            </a:r>
          </a:p>
          <a:p>
            <a:r>
              <a:t>«Чего нет в данных, разбор пишет прямо: дистанции до объекта, порядка событий внутри секунды, JSON за весь период у части поездок, кадров камер к этим поездкам.»</a:t>
            </a:r>
          </a:p>
          <a:p>
            <a:r>
              <a:t>Источник: раздел «Ограничения анализа» эпизода; ML_REPORT.md (JSON у 54,5% строк CSV, в 4 многодневных поездках только первый день); docs/GUIDE.md.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4:42-5:00 (18 с)</a:t>
            </a:r>
          </a:p>
          <a:p>
            <a:r>
              <a:t>«Сервис готов к пилоту на выгрузках ГЭТ: CSV поездки на вход, разбор на выходе, есть приложение для Windows, RU и EN. Просим выгрузку с дистанцией до объекта и видео с метками времени, чтобы поставить объект на реальное место.»</a:t>
            </a:r>
          </a:p>
          <a:p>
            <a:r>
              <a:t>QR: https://github.com/Shilushiza/get-tram-adas (images/qr_repo.png). Дальше вопросы жюри, ответы в script.md.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Запасной слайд B1: показывать, если живое демо не работает. Кадр сайта 09.10.2026.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Запасной слайд B2: показывать, если живое демо не работает. Кадр сайта 09.10.2026.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Запасной слайд B3: показывать, если живое демо не работает. Кадр сайта 09.10.2026.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Запасной слайд B4: показывать, если живое демо не работает. Кадр сайта 09.10.2026.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Запасной слайд B5: показывать, если живое демо не работает. Кадр сайта 09.10.2026.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бирюзовый фон">
  <p:cSld name="1_Титульный слайд бирюзовый фон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/>
          <p:nvPr/>
        </p:nvSpPr>
        <p:spPr>
          <a:xfrm>
            <a:off x="0" y="1"/>
            <a:ext cx="12192000" cy="6858000"/>
          </a:xfrm>
          <a:custGeom>
            <a:rect b="b" l="l" r="r" t="t"/>
            <a:pathLst>
              <a:path extrusionOk="0" h="11308715" w="20104100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4ABF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9"/>
          <p:cNvSpPr txBox="1"/>
          <p:nvPr>
            <p:ph type="ctrTitle"/>
          </p:nvPr>
        </p:nvSpPr>
        <p:spPr>
          <a:xfrm>
            <a:off x="334962" y="5173662"/>
            <a:ext cx="8199437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subTitle"/>
          </p:nvPr>
        </p:nvSpPr>
        <p:spPr>
          <a:xfrm>
            <a:off x="9144000" y="5173662"/>
            <a:ext cx="2713038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39"/>
          <p:cNvSpPr txBox="1"/>
          <p:nvPr/>
        </p:nvSpPr>
        <p:spPr>
          <a:xfrm>
            <a:off x="10627018" y="6078014"/>
            <a:ext cx="1230020" cy="522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lang="ru-RU" sz="1200" u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2026 </a:t>
            </a:r>
            <a:endParaRPr/>
          </a:p>
        </p:txBody>
      </p:sp>
      <p:sp>
        <p:nvSpPr>
          <p:cNvPr id="16" name="Google Shape;16;p39"/>
          <p:cNvSpPr/>
          <p:nvPr>
            <p:ph idx="2" type="pic"/>
          </p:nvPr>
        </p:nvSpPr>
        <p:spPr>
          <a:xfrm>
            <a:off x="0" y="840315"/>
            <a:ext cx="6096000" cy="41079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Google Shape;17;p39"/>
          <p:cNvSpPr/>
          <p:nvPr>
            <p:ph idx="3" type="pic"/>
          </p:nvPr>
        </p:nvSpPr>
        <p:spPr>
          <a:xfrm>
            <a:off x="6096000" y="840315"/>
            <a:ext cx="6096000" cy="41079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8" name="Google Shape;1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1 фото бирюзовый">
  <p:cSld name="Текст 1 фото бирюзовый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/>
          <p:nvPr>
            <p:ph idx="2" type="pic"/>
          </p:nvPr>
        </p:nvSpPr>
        <p:spPr>
          <a:xfrm>
            <a:off x="5314950" y="0"/>
            <a:ext cx="6877050" cy="50006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Google Shape;21;p40"/>
          <p:cNvSpPr txBox="1"/>
          <p:nvPr>
            <p:ph idx="1" type="subTitle"/>
          </p:nvPr>
        </p:nvSpPr>
        <p:spPr>
          <a:xfrm>
            <a:off x="334963" y="2755529"/>
            <a:ext cx="4560887" cy="863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0"/>
          <p:cNvSpPr txBox="1"/>
          <p:nvPr>
            <p:ph type="ctrTitle"/>
          </p:nvPr>
        </p:nvSpPr>
        <p:spPr>
          <a:xfrm>
            <a:off x="334963" y="1103484"/>
            <a:ext cx="4560887" cy="1344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24;p40"/>
          <p:cNvSpPr txBox="1"/>
          <p:nvPr>
            <p:ph idx="3" type="body"/>
          </p:nvPr>
        </p:nvSpPr>
        <p:spPr>
          <a:xfrm>
            <a:off x="1066801" y="3990974"/>
            <a:ext cx="3829050" cy="250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0"/>
          <p:cNvSpPr/>
          <p:nvPr/>
        </p:nvSpPr>
        <p:spPr>
          <a:xfrm>
            <a:off x="5286374" y="5038725"/>
            <a:ext cx="1914525" cy="1819275"/>
          </a:xfrm>
          <a:prstGeom prst="round2SameRect">
            <a:avLst>
              <a:gd fmla="val 1218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0"/>
          <p:cNvSpPr/>
          <p:nvPr/>
        </p:nvSpPr>
        <p:spPr>
          <a:xfrm>
            <a:off x="7229474" y="5038725"/>
            <a:ext cx="1914525" cy="1819275"/>
          </a:xfrm>
          <a:prstGeom prst="round2SameRect">
            <a:avLst>
              <a:gd fmla="val 1218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0"/>
          <p:cNvSpPr/>
          <p:nvPr/>
        </p:nvSpPr>
        <p:spPr>
          <a:xfrm>
            <a:off x="9172575" y="5038725"/>
            <a:ext cx="3019425" cy="1819275"/>
          </a:xfrm>
          <a:custGeom>
            <a:rect b="b" l="l" r="r" t="t"/>
            <a:pathLst>
              <a:path extrusionOk="0" h="1819275" w="3019425">
                <a:moveTo>
                  <a:pt x="221751" y="0"/>
                </a:moveTo>
                <a:lnTo>
                  <a:pt x="3019425" y="0"/>
                </a:lnTo>
                <a:lnTo>
                  <a:pt x="3019425" y="1819275"/>
                </a:lnTo>
                <a:lnTo>
                  <a:pt x="0" y="1819275"/>
                </a:lnTo>
                <a:lnTo>
                  <a:pt x="0" y="221751"/>
                </a:lnTo>
                <a:cubicBezTo>
                  <a:pt x="0" y="99281"/>
                  <a:pt x="99281" y="0"/>
                  <a:pt x="2217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0"/>
          <p:cNvSpPr txBox="1"/>
          <p:nvPr>
            <p:ph idx="4" type="body"/>
          </p:nvPr>
        </p:nvSpPr>
        <p:spPr>
          <a:xfrm>
            <a:off x="9505950" y="5305425"/>
            <a:ext cx="2351088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5" type="body"/>
          </p:nvPr>
        </p:nvSpPr>
        <p:spPr>
          <a:xfrm>
            <a:off x="5619750" y="5305425"/>
            <a:ext cx="12747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6" type="body"/>
          </p:nvPr>
        </p:nvSpPr>
        <p:spPr>
          <a:xfrm>
            <a:off x="7467600" y="5305425"/>
            <a:ext cx="13700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7" type="body"/>
          </p:nvPr>
        </p:nvSpPr>
        <p:spPr>
          <a:xfrm>
            <a:off x="5619750" y="5934075"/>
            <a:ext cx="127476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8" type="body"/>
          </p:nvPr>
        </p:nvSpPr>
        <p:spPr>
          <a:xfrm>
            <a:off x="7467600" y="5934075"/>
            <a:ext cx="13700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3" name="Google Shape;3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1 фото белый">
  <p:cSld name="Текст 1 фото белый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1"/>
          <p:cNvSpPr/>
          <p:nvPr/>
        </p:nvSpPr>
        <p:spPr>
          <a:xfrm>
            <a:off x="5286374" y="0"/>
            <a:ext cx="6905626" cy="6858000"/>
          </a:xfrm>
          <a:prstGeom prst="flowChartProcess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1"/>
          <p:cNvSpPr/>
          <p:nvPr>
            <p:ph idx="2" type="pic"/>
          </p:nvPr>
        </p:nvSpPr>
        <p:spPr>
          <a:xfrm>
            <a:off x="5314950" y="0"/>
            <a:ext cx="6877050" cy="50006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7" name="Google Shape;37;p41"/>
          <p:cNvSpPr txBox="1"/>
          <p:nvPr>
            <p:ph idx="1" type="subTitle"/>
          </p:nvPr>
        </p:nvSpPr>
        <p:spPr>
          <a:xfrm>
            <a:off x="334963" y="1837307"/>
            <a:ext cx="4560887" cy="2032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1200"/>
              <a:buNone/>
              <a:defRPr b="1" sz="12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41"/>
          <p:cNvSpPr txBox="1"/>
          <p:nvPr>
            <p:ph type="ctrTitle"/>
          </p:nvPr>
        </p:nvSpPr>
        <p:spPr>
          <a:xfrm>
            <a:off x="334963" y="371832"/>
            <a:ext cx="4560887" cy="1344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Arial"/>
              <a:buNone/>
              <a:defRPr sz="32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334963" y="3990974"/>
            <a:ext cx="4560888" cy="2084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1600"/>
              <a:buNone/>
              <a:defRPr b="1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1"/>
          <p:cNvSpPr/>
          <p:nvPr/>
        </p:nvSpPr>
        <p:spPr>
          <a:xfrm>
            <a:off x="5305424" y="5038725"/>
            <a:ext cx="1914525" cy="1819275"/>
          </a:xfrm>
          <a:prstGeom prst="round2SameRect">
            <a:avLst>
              <a:gd fmla="val 1218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1"/>
          <p:cNvSpPr/>
          <p:nvPr/>
        </p:nvSpPr>
        <p:spPr>
          <a:xfrm>
            <a:off x="7248524" y="5038725"/>
            <a:ext cx="1914525" cy="1819275"/>
          </a:xfrm>
          <a:prstGeom prst="round2SameRect">
            <a:avLst>
              <a:gd fmla="val 1218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1"/>
          <p:cNvSpPr/>
          <p:nvPr/>
        </p:nvSpPr>
        <p:spPr>
          <a:xfrm>
            <a:off x="9191625" y="5038725"/>
            <a:ext cx="3019425" cy="1819275"/>
          </a:xfrm>
          <a:custGeom>
            <a:rect b="b" l="l" r="r" t="t"/>
            <a:pathLst>
              <a:path extrusionOk="0" h="1819275" w="3019425">
                <a:moveTo>
                  <a:pt x="221751" y="0"/>
                </a:moveTo>
                <a:lnTo>
                  <a:pt x="3019425" y="0"/>
                </a:lnTo>
                <a:lnTo>
                  <a:pt x="3019425" y="1819275"/>
                </a:lnTo>
                <a:lnTo>
                  <a:pt x="0" y="1819275"/>
                </a:lnTo>
                <a:lnTo>
                  <a:pt x="0" y="221751"/>
                </a:lnTo>
                <a:cubicBezTo>
                  <a:pt x="0" y="99281"/>
                  <a:pt x="99281" y="0"/>
                  <a:pt x="22175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1"/>
          <p:cNvSpPr txBox="1"/>
          <p:nvPr>
            <p:ph idx="4" type="body"/>
          </p:nvPr>
        </p:nvSpPr>
        <p:spPr>
          <a:xfrm>
            <a:off x="9505950" y="5305425"/>
            <a:ext cx="2351088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5" type="body"/>
          </p:nvPr>
        </p:nvSpPr>
        <p:spPr>
          <a:xfrm>
            <a:off x="5619750" y="5305425"/>
            <a:ext cx="12747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6" type="body"/>
          </p:nvPr>
        </p:nvSpPr>
        <p:spPr>
          <a:xfrm>
            <a:off x="7467600" y="5305425"/>
            <a:ext cx="13700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7" type="body"/>
          </p:nvPr>
        </p:nvSpPr>
        <p:spPr>
          <a:xfrm>
            <a:off x="5619750" y="5934075"/>
            <a:ext cx="127476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8" type="body"/>
          </p:nvPr>
        </p:nvSpPr>
        <p:spPr>
          <a:xfrm>
            <a:off x="7467600" y="5934075"/>
            <a:ext cx="13700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9" name="Google Shape;4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6196012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 фото">
  <p:cSld name="Раздел фото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/>
          <p:nvPr>
            <p:ph idx="2" type="pic"/>
          </p:nvPr>
        </p:nvSpPr>
        <p:spPr>
          <a:xfrm>
            <a:off x="-21021" y="0"/>
            <a:ext cx="12213021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Google Shape;52;p42"/>
          <p:cNvSpPr txBox="1"/>
          <p:nvPr>
            <p:ph idx="1" type="subTitle"/>
          </p:nvPr>
        </p:nvSpPr>
        <p:spPr>
          <a:xfrm>
            <a:off x="4267199" y="3914947"/>
            <a:ext cx="2171701" cy="11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1600"/>
              <a:buNone/>
              <a:defRPr b="0" sz="1600">
                <a:solidFill>
                  <a:srgbClr val="17171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42"/>
          <p:cNvSpPr txBox="1"/>
          <p:nvPr>
            <p:ph type="ctrTitle"/>
          </p:nvPr>
        </p:nvSpPr>
        <p:spPr>
          <a:xfrm>
            <a:off x="4267200" y="2133600"/>
            <a:ext cx="7162799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4000"/>
              <a:buFont typeface="Arial"/>
              <a:buNone/>
              <a:defRPr sz="4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42"/>
          <p:cNvSpPr txBox="1"/>
          <p:nvPr>
            <p:ph idx="3" type="body"/>
          </p:nvPr>
        </p:nvSpPr>
        <p:spPr>
          <a:xfrm>
            <a:off x="6743700" y="3924472"/>
            <a:ext cx="4686300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latin typeface="Tektur"/>
                <a:ea typeface="Tektur"/>
                <a:cs typeface="Tektur"/>
                <a:sym typeface="Tektur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latin typeface="Tektur"/>
                <a:ea typeface="Tektur"/>
                <a:cs typeface="Tektur"/>
                <a:sym typeface="Tektur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latin typeface="Tektur"/>
                <a:ea typeface="Tektur"/>
                <a:cs typeface="Tektur"/>
                <a:sym typeface="Tektur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latin typeface="Tektur"/>
                <a:ea typeface="Tektur"/>
                <a:cs typeface="Tektur"/>
                <a:sym typeface="Tektu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6" name="Google Shape;5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6646" y="225425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Раздел фото">
  <p:cSld name="3_Раздел фото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3"/>
          <p:cNvSpPr/>
          <p:nvPr>
            <p:ph idx="2" type="pic"/>
          </p:nvPr>
        </p:nvSpPr>
        <p:spPr>
          <a:xfrm>
            <a:off x="3562350" y="0"/>
            <a:ext cx="862965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9" name="Google Shape;59;p43"/>
          <p:cNvSpPr txBox="1"/>
          <p:nvPr>
            <p:ph type="ctrTitle"/>
          </p:nvPr>
        </p:nvSpPr>
        <p:spPr>
          <a:xfrm>
            <a:off x="4267200" y="3193161"/>
            <a:ext cx="7162799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/>
          <p:nvPr/>
        </p:nvSpPr>
        <p:spPr>
          <a:xfrm>
            <a:off x="11321448" y="6422309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61;p43"/>
          <p:cNvSpPr txBox="1"/>
          <p:nvPr>
            <p:ph idx="1" type="body"/>
          </p:nvPr>
        </p:nvSpPr>
        <p:spPr>
          <a:xfrm>
            <a:off x="4267200" y="4650658"/>
            <a:ext cx="716279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latin typeface="Tektur"/>
                <a:ea typeface="Tektur"/>
                <a:cs typeface="Tektur"/>
                <a:sym typeface="Tektur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latin typeface="Tektur"/>
                <a:ea typeface="Tektur"/>
                <a:cs typeface="Tektur"/>
                <a:sym typeface="Tektur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latin typeface="Tektur"/>
                <a:ea typeface="Tektur"/>
                <a:cs typeface="Tektur"/>
                <a:sym typeface="Tektur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latin typeface="Tektur"/>
                <a:ea typeface="Tektur"/>
                <a:cs typeface="Tektur"/>
                <a:sym typeface="Tektu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2" name="Google Shape;6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452" y="6130186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 круглый рисунок бирюзовый фон">
  <p:cSld name="Раздел круглый рисунок бирюзовый фон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/>
          <p:nvPr>
            <p:ph idx="2" type="pic"/>
          </p:nvPr>
        </p:nvSpPr>
        <p:spPr>
          <a:xfrm>
            <a:off x="3691248" y="1024248"/>
            <a:ext cx="4809503" cy="4809503"/>
          </a:xfrm>
          <a:prstGeom prst="flowChartConnector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5" name="Google Shape;65;p44"/>
          <p:cNvSpPr txBox="1"/>
          <p:nvPr>
            <p:ph idx="1" type="subTitle"/>
          </p:nvPr>
        </p:nvSpPr>
        <p:spPr>
          <a:xfrm>
            <a:off x="7053317" y="3801316"/>
            <a:ext cx="4675187" cy="211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6" name="Google Shape;66;p44"/>
          <p:cNvSpPr txBox="1"/>
          <p:nvPr>
            <p:ph type="ctrTitle"/>
          </p:nvPr>
        </p:nvSpPr>
        <p:spPr>
          <a:xfrm>
            <a:off x="910430" y="1408284"/>
            <a:ext cx="8199437" cy="1849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 фото">
  <p:cSld name="2_Раздел фото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2" name="Google Shape;72;p45"/>
          <p:cNvSpPr txBox="1"/>
          <p:nvPr>
            <p:ph idx="1" type="subTitle"/>
          </p:nvPr>
        </p:nvSpPr>
        <p:spPr>
          <a:xfrm>
            <a:off x="3230562" y="4334047"/>
            <a:ext cx="8199437" cy="11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45"/>
          <p:cNvSpPr txBox="1"/>
          <p:nvPr>
            <p:ph type="ctrTitle"/>
          </p:nvPr>
        </p:nvSpPr>
        <p:spPr>
          <a:xfrm>
            <a:off x="3230562" y="2133600"/>
            <a:ext cx="8199437" cy="1849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ektur"/>
              <a:buNone/>
              <a:defRPr sz="72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руплый заголовок белый фон">
  <p:cSld name="Круплый заголовок белый фон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6"/>
          <p:cNvSpPr txBox="1"/>
          <p:nvPr>
            <p:ph idx="1" type="subTitle"/>
          </p:nvPr>
        </p:nvSpPr>
        <p:spPr>
          <a:xfrm>
            <a:off x="4640013" y="4981903"/>
            <a:ext cx="7217025" cy="135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0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46"/>
          <p:cNvSpPr txBox="1"/>
          <p:nvPr>
            <p:ph type="ctrTitle"/>
          </p:nvPr>
        </p:nvSpPr>
        <p:spPr>
          <a:xfrm>
            <a:off x="334963" y="1628446"/>
            <a:ext cx="11522074" cy="329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Tektur"/>
              <a:buNone/>
              <a:defRPr sz="115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9" name="Google Shape;7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289173"/>
            <a:ext cx="2897186" cy="118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3 колонки">
  <p:cSld name="Тексты 3 колонки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7"/>
          <p:cNvSpPr txBox="1"/>
          <p:nvPr>
            <p:ph type="ctrTitle"/>
          </p:nvPr>
        </p:nvSpPr>
        <p:spPr>
          <a:xfrm>
            <a:off x="334963" y="207608"/>
            <a:ext cx="9949410" cy="1505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/>
          <p:nvPr/>
        </p:nvSpPr>
        <p:spPr>
          <a:xfrm>
            <a:off x="2" y="2143681"/>
            <a:ext cx="12191999" cy="4714319"/>
          </a:xfrm>
          <a:custGeom>
            <a:rect b="b" l="l" r="r" t="t"/>
            <a:pathLst>
              <a:path extrusionOk="0" h="4714319" w="12191999">
                <a:moveTo>
                  <a:pt x="0" y="0"/>
                </a:moveTo>
                <a:lnTo>
                  <a:pt x="12191999" y="0"/>
                </a:lnTo>
                <a:lnTo>
                  <a:pt x="12191999" y="33039"/>
                </a:lnTo>
                <a:lnTo>
                  <a:pt x="8376937" y="33039"/>
                </a:lnTo>
                <a:cubicBezTo>
                  <a:pt x="8256041" y="33039"/>
                  <a:pt x="8158035" y="131045"/>
                  <a:pt x="8158035" y="251941"/>
                </a:cubicBezTo>
                <a:lnTo>
                  <a:pt x="8158035" y="4714319"/>
                </a:lnTo>
                <a:lnTo>
                  <a:pt x="8126232" y="4714319"/>
                </a:lnTo>
                <a:lnTo>
                  <a:pt x="8126232" y="240691"/>
                </a:lnTo>
                <a:cubicBezTo>
                  <a:pt x="8126232" y="126008"/>
                  <a:pt x="8033263" y="33039"/>
                  <a:pt x="7918580" y="33039"/>
                </a:cubicBezTo>
                <a:lnTo>
                  <a:pt x="4273418" y="33039"/>
                </a:lnTo>
                <a:cubicBezTo>
                  <a:pt x="4158735" y="33039"/>
                  <a:pt x="4065767" y="126008"/>
                  <a:pt x="4065767" y="240691"/>
                </a:cubicBezTo>
                <a:lnTo>
                  <a:pt x="4065767" y="4714319"/>
                </a:lnTo>
                <a:lnTo>
                  <a:pt x="4036613" y="4714319"/>
                </a:lnTo>
                <a:lnTo>
                  <a:pt x="4036613" y="252077"/>
                </a:lnTo>
                <a:cubicBezTo>
                  <a:pt x="4036613" y="131106"/>
                  <a:pt x="3938546" y="33039"/>
                  <a:pt x="3817575" y="33039"/>
                </a:cubicBezTo>
                <a:lnTo>
                  <a:pt x="0" y="3303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7"/>
          <p:cNvSpPr txBox="1"/>
          <p:nvPr>
            <p:ph idx="1" type="subTitle"/>
          </p:nvPr>
        </p:nvSpPr>
        <p:spPr>
          <a:xfrm>
            <a:off x="334963" y="3608731"/>
            <a:ext cx="3511604" cy="29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4" name="Google Shape;84;p47"/>
          <p:cNvSpPr txBox="1"/>
          <p:nvPr>
            <p:ph idx="2" type="body"/>
          </p:nvPr>
        </p:nvSpPr>
        <p:spPr>
          <a:xfrm>
            <a:off x="334962" y="2797175"/>
            <a:ext cx="3511603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3" type="body"/>
          </p:nvPr>
        </p:nvSpPr>
        <p:spPr>
          <a:xfrm>
            <a:off x="2912249" y="2371727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400"/>
              <a:buNone/>
              <a:defRPr b="1" sz="24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7"/>
          <p:cNvSpPr txBox="1"/>
          <p:nvPr>
            <p:ph idx="4" type="body"/>
          </p:nvPr>
        </p:nvSpPr>
        <p:spPr>
          <a:xfrm>
            <a:off x="4340198" y="2765304"/>
            <a:ext cx="3511603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7"/>
          <p:cNvSpPr txBox="1"/>
          <p:nvPr>
            <p:ph idx="5" type="body"/>
          </p:nvPr>
        </p:nvSpPr>
        <p:spPr>
          <a:xfrm>
            <a:off x="6917485" y="2339856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400"/>
              <a:buNone/>
              <a:defRPr b="1" sz="24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7"/>
          <p:cNvSpPr txBox="1"/>
          <p:nvPr>
            <p:ph idx="6" type="body"/>
          </p:nvPr>
        </p:nvSpPr>
        <p:spPr>
          <a:xfrm>
            <a:off x="8345433" y="2765304"/>
            <a:ext cx="3511603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47"/>
          <p:cNvSpPr txBox="1"/>
          <p:nvPr>
            <p:ph idx="7" type="body"/>
          </p:nvPr>
        </p:nvSpPr>
        <p:spPr>
          <a:xfrm>
            <a:off x="10922720" y="2339856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400"/>
              <a:buNone/>
              <a:defRPr b="1" sz="24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8" type="body"/>
          </p:nvPr>
        </p:nvSpPr>
        <p:spPr>
          <a:xfrm>
            <a:off x="8345433" y="3608388"/>
            <a:ext cx="3511603" cy="298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7"/>
          <p:cNvSpPr txBox="1"/>
          <p:nvPr>
            <p:ph idx="9" type="body"/>
          </p:nvPr>
        </p:nvSpPr>
        <p:spPr>
          <a:xfrm>
            <a:off x="4340198" y="3644042"/>
            <a:ext cx="3511603" cy="298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2" name="Google Shape;9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846" y="207608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3 колонки бирюзовый фон">
  <p:cSld name="Тексты 3 колонки бирюзовый фон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/>
          <p:nvPr/>
        </p:nvSpPr>
        <p:spPr>
          <a:xfrm>
            <a:off x="2" y="-20090"/>
            <a:ext cx="12192000" cy="216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8"/>
          <p:cNvSpPr txBox="1"/>
          <p:nvPr>
            <p:ph type="ctrTitle"/>
          </p:nvPr>
        </p:nvSpPr>
        <p:spPr>
          <a:xfrm>
            <a:off x="334963" y="305267"/>
            <a:ext cx="9597314" cy="1658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pc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8"/>
          <p:cNvSpPr/>
          <p:nvPr/>
        </p:nvSpPr>
        <p:spPr>
          <a:xfrm>
            <a:off x="2" y="2143681"/>
            <a:ext cx="12191999" cy="4714319"/>
          </a:xfrm>
          <a:custGeom>
            <a:rect b="b" l="l" r="r" t="t"/>
            <a:pathLst>
              <a:path extrusionOk="0" h="4714319" w="12191999">
                <a:moveTo>
                  <a:pt x="0" y="0"/>
                </a:moveTo>
                <a:lnTo>
                  <a:pt x="12191999" y="0"/>
                </a:lnTo>
                <a:lnTo>
                  <a:pt x="12191999" y="33039"/>
                </a:lnTo>
                <a:lnTo>
                  <a:pt x="8376937" y="33039"/>
                </a:lnTo>
                <a:cubicBezTo>
                  <a:pt x="8256041" y="33039"/>
                  <a:pt x="8158035" y="131045"/>
                  <a:pt x="8158035" y="251941"/>
                </a:cubicBezTo>
                <a:lnTo>
                  <a:pt x="8158035" y="4714319"/>
                </a:lnTo>
                <a:lnTo>
                  <a:pt x="8126232" y="4714319"/>
                </a:lnTo>
                <a:lnTo>
                  <a:pt x="8126232" y="240691"/>
                </a:lnTo>
                <a:cubicBezTo>
                  <a:pt x="8126232" y="126008"/>
                  <a:pt x="8033263" y="33039"/>
                  <a:pt x="7918580" y="33039"/>
                </a:cubicBezTo>
                <a:lnTo>
                  <a:pt x="4273418" y="33039"/>
                </a:lnTo>
                <a:cubicBezTo>
                  <a:pt x="4158735" y="33039"/>
                  <a:pt x="4065767" y="126008"/>
                  <a:pt x="4065767" y="240691"/>
                </a:cubicBezTo>
                <a:lnTo>
                  <a:pt x="4065767" y="4714319"/>
                </a:lnTo>
                <a:lnTo>
                  <a:pt x="4036613" y="4714319"/>
                </a:lnTo>
                <a:lnTo>
                  <a:pt x="4036613" y="252077"/>
                </a:lnTo>
                <a:cubicBezTo>
                  <a:pt x="4036613" y="131106"/>
                  <a:pt x="3938546" y="33039"/>
                  <a:pt x="3817575" y="33039"/>
                </a:cubicBezTo>
                <a:lnTo>
                  <a:pt x="0" y="3303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8"/>
          <p:cNvSpPr txBox="1"/>
          <p:nvPr>
            <p:ph idx="1" type="subTitle"/>
          </p:nvPr>
        </p:nvSpPr>
        <p:spPr>
          <a:xfrm>
            <a:off x="334963" y="3608731"/>
            <a:ext cx="3511604" cy="29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48"/>
          <p:cNvSpPr txBox="1"/>
          <p:nvPr>
            <p:ph idx="2" type="body"/>
          </p:nvPr>
        </p:nvSpPr>
        <p:spPr>
          <a:xfrm>
            <a:off x="334962" y="2797175"/>
            <a:ext cx="3511603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8"/>
          <p:cNvSpPr txBox="1"/>
          <p:nvPr>
            <p:ph idx="3" type="body"/>
          </p:nvPr>
        </p:nvSpPr>
        <p:spPr>
          <a:xfrm>
            <a:off x="2912249" y="2371727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8"/>
          <p:cNvSpPr txBox="1"/>
          <p:nvPr>
            <p:ph idx="4" type="body"/>
          </p:nvPr>
        </p:nvSpPr>
        <p:spPr>
          <a:xfrm>
            <a:off x="4340198" y="2765304"/>
            <a:ext cx="3511603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8"/>
          <p:cNvSpPr txBox="1"/>
          <p:nvPr>
            <p:ph idx="5" type="body"/>
          </p:nvPr>
        </p:nvSpPr>
        <p:spPr>
          <a:xfrm>
            <a:off x="6917485" y="2339856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8"/>
          <p:cNvSpPr txBox="1"/>
          <p:nvPr>
            <p:ph idx="6" type="body"/>
          </p:nvPr>
        </p:nvSpPr>
        <p:spPr>
          <a:xfrm>
            <a:off x="8345433" y="2765304"/>
            <a:ext cx="3511603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48"/>
          <p:cNvSpPr txBox="1"/>
          <p:nvPr>
            <p:ph idx="7" type="body"/>
          </p:nvPr>
        </p:nvSpPr>
        <p:spPr>
          <a:xfrm>
            <a:off x="10922720" y="2339856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48"/>
          <p:cNvSpPr txBox="1"/>
          <p:nvPr>
            <p:ph idx="8" type="body"/>
          </p:nvPr>
        </p:nvSpPr>
        <p:spPr>
          <a:xfrm>
            <a:off x="8345433" y="3608388"/>
            <a:ext cx="3511603" cy="298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idx="9" type="body"/>
          </p:nvPr>
        </p:nvSpPr>
        <p:spPr>
          <a:xfrm>
            <a:off x="4340198" y="3644042"/>
            <a:ext cx="3511603" cy="298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6" name="Google Shape;10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8762" y="248296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2 колонки">
  <p:cSld name="Тексты 2 колонки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9"/>
          <p:cNvSpPr txBox="1"/>
          <p:nvPr>
            <p:ph type="ctrTitle"/>
          </p:nvPr>
        </p:nvSpPr>
        <p:spPr>
          <a:xfrm>
            <a:off x="256136" y="213128"/>
            <a:ext cx="10038748" cy="1479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9"/>
          <p:cNvSpPr txBox="1"/>
          <p:nvPr>
            <p:ph idx="1" type="subTitle"/>
          </p:nvPr>
        </p:nvSpPr>
        <p:spPr>
          <a:xfrm>
            <a:off x="334963" y="3608731"/>
            <a:ext cx="5416604" cy="29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0" name="Google Shape;110;p49"/>
          <p:cNvSpPr txBox="1"/>
          <p:nvPr>
            <p:ph idx="2" type="body"/>
          </p:nvPr>
        </p:nvSpPr>
        <p:spPr>
          <a:xfrm>
            <a:off x="334962" y="2797175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9"/>
          <p:cNvSpPr txBox="1"/>
          <p:nvPr>
            <p:ph idx="3" type="body"/>
          </p:nvPr>
        </p:nvSpPr>
        <p:spPr>
          <a:xfrm>
            <a:off x="4817249" y="2371727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4" type="body"/>
          </p:nvPr>
        </p:nvSpPr>
        <p:spPr>
          <a:xfrm>
            <a:off x="6349973" y="2765304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5" type="body"/>
          </p:nvPr>
        </p:nvSpPr>
        <p:spPr>
          <a:xfrm>
            <a:off x="10832260" y="2339856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6" type="body"/>
          </p:nvPr>
        </p:nvSpPr>
        <p:spPr>
          <a:xfrm>
            <a:off x="6349973" y="3644042"/>
            <a:ext cx="5416604" cy="298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49"/>
          <p:cNvSpPr/>
          <p:nvPr/>
        </p:nvSpPr>
        <p:spPr>
          <a:xfrm>
            <a:off x="0" y="2143681"/>
            <a:ext cx="12192000" cy="4714319"/>
          </a:xfrm>
          <a:custGeom>
            <a:rect b="b" l="l" r="r" t="t"/>
            <a:pathLst>
              <a:path extrusionOk="0" h="4714319" w="12192000">
                <a:moveTo>
                  <a:pt x="0" y="0"/>
                </a:moveTo>
                <a:lnTo>
                  <a:pt x="12192000" y="0"/>
                </a:lnTo>
                <a:lnTo>
                  <a:pt x="12192000" y="33039"/>
                </a:lnTo>
                <a:lnTo>
                  <a:pt x="6296375" y="33039"/>
                </a:lnTo>
                <a:cubicBezTo>
                  <a:pt x="6185711" y="33039"/>
                  <a:pt x="6096000" y="122750"/>
                  <a:pt x="6096000" y="233414"/>
                </a:cubicBezTo>
                <a:lnTo>
                  <a:pt x="6096000" y="4714319"/>
                </a:lnTo>
                <a:lnTo>
                  <a:pt x="6066847" y="4714319"/>
                </a:lnTo>
                <a:lnTo>
                  <a:pt x="6066847" y="262727"/>
                </a:lnTo>
                <a:cubicBezTo>
                  <a:pt x="6066847" y="135874"/>
                  <a:pt x="5964013" y="33039"/>
                  <a:pt x="5837159" y="33039"/>
                </a:cubicBezTo>
                <a:lnTo>
                  <a:pt x="0" y="3303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282" y="218818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2 колонки бирюзовый фон">
  <p:cSld name="Тексты 2 колонки бирюзовый фон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0"/>
          <p:cNvSpPr/>
          <p:nvPr/>
        </p:nvSpPr>
        <p:spPr>
          <a:xfrm>
            <a:off x="0" y="-1"/>
            <a:ext cx="12192000" cy="216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0"/>
          <p:cNvSpPr txBox="1"/>
          <p:nvPr>
            <p:ph type="ctrTitle"/>
          </p:nvPr>
        </p:nvSpPr>
        <p:spPr>
          <a:xfrm>
            <a:off x="214093" y="184506"/>
            <a:ext cx="9707673" cy="1870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pc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0"/>
          <p:cNvSpPr txBox="1"/>
          <p:nvPr>
            <p:ph idx="1" type="subTitle"/>
          </p:nvPr>
        </p:nvSpPr>
        <p:spPr>
          <a:xfrm>
            <a:off x="334963" y="3608731"/>
            <a:ext cx="5416604" cy="29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1" name="Google Shape;121;p50"/>
          <p:cNvSpPr txBox="1"/>
          <p:nvPr>
            <p:ph idx="2" type="body"/>
          </p:nvPr>
        </p:nvSpPr>
        <p:spPr>
          <a:xfrm>
            <a:off x="334962" y="2797175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3" type="body"/>
          </p:nvPr>
        </p:nvSpPr>
        <p:spPr>
          <a:xfrm>
            <a:off x="4817249" y="2371727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50"/>
          <p:cNvSpPr txBox="1"/>
          <p:nvPr>
            <p:ph idx="4" type="body"/>
          </p:nvPr>
        </p:nvSpPr>
        <p:spPr>
          <a:xfrm>
            <a:off x="6349973" y="2765304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5" type="body"/>
          </p:nvPr>
        </p:nvSpPr>
        <p:spPr>
          <a:xfrm>
            <a:off x="10832260" y="2339856"/>
            <a:ext cx="934318" cy="39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50"/>
          <p:cNvSpPr txBox="1"/>
          <p:nvPr>
            <p:ph idx="6" type="body"/>
          </p:nvPr>
        </p:nvSpPr>
        <p:spPr>
          <a:xfrm>
            <a:off x="6349973" y="3644042"/>
            <a:ext cx="5416604" cy="298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50"/>
          <p:cNvSpPr/>
          <p:nvPr/>
        </p:nvSpPr>
        <p:spPr>
          <a:xfrm>
            <a:off x="0" y="2143681"/>
            <a:ext cx="12192000" cy="4714319"/>
          </a:xfrm>
          <a:custGeom>
            <a:rect b="b" l="l" r="r" t="t"/>
            <a:pathLst>
              <a:path extrusionOk="0" h="4714319" w="12192000">
                <a:moveTo>
                  <a:pt x="0" y="0"/>
                </a:moveTo>
                <a:lnTo>
                  <a:pt x="12192000" y="0"/>
                </a:lnTo>
                <a:lnTo>
                  <a:pt x="12192000" y="33039"/>
                </a:lnTo>
                <a:lnTo>
                  <a:pt x="6296375" y="33039"/>
                </a:lnTo>
                <a:cubicBezTo>
                  <a:pt x="6185711" y="33039"/>
                  <a:pt x="6096000" y="122750"/>
                  <a:pt x="6096000" y="233414"/>
                </a:cubicBezTo>
                <a:lnTo>
                  <a:pt x="6096000" y="4714319"/>
                </a:lnTo>
                <a:lnTo>
                  <a:pt x="6066847" y="4714319"/>
                </a:lnTo>
                <a:lnTo>
                  <a:pt x="6066847" y="262727"/>
                </a:lnTo>
                <a:cubicBezTo>
                  <a:pt x="6066847" y="135874"/>
                  <a:pt x="5964013" y="33039"/>
                  <a:pt x="5837159" y="33039"/>
                </a:cubicBezTo>
                <a:lnTo>
                  <a:pt x="0" y="3303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8303" y="248296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1">
  <p:cSld name="Тексты 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1"/>
          <p:cNvSpPr/>
          <p:nvPr/>
        </p:nvSpPr>
        <p:spPr>
          <a:xfrm>
            <a:off x="0" y="2143680"/>
            <a:ext cx="12192001" cy="47143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0" y="2171700"/>
            <a:ext cx="12131040" cy="4686301"/>
          </a:xfrm>
          <a:prstGeom prst="round1Rect">
            <a:avLst>
              <a:gd fmla="val 537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 txBox="1"/>
          <p:nvPr>
            <p:ph type="ctrTitle"/>
          </p:nvPr>
        </p:nvSpPr>
        <p:spPr>
          <a:xfrm>
            <a:off x="334962" y="1129427"/>
            <a:ext cx="10741205" cy="950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1"/>
          <p:cNvSpPr txBox="1"/>
          <p:nvPr>
            <p:ph idx="1" type="subTitle"/>
          </p:nvPr>
        </p:nvSpPr>
        <p:spPr>
          <a:xfrm>
            <a:off x="334963" y="3182010"/>
            <a:ext cx="5416604" cy="3415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51"/>
          <p:cNvSpPr txBox="1"/>
          <p:nvPr>
            <p:ph idx="2" type="body"/>
          </p:nvPr>
        </p:nvSpPr>
        <p:spPr>
          <a:xfrm>
            <a:off x="334962" y="2370455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51"/>
          <p:cNvSpPr txBox="1"/>
          <p:nvPr>
            <p:ph idx="3" type="body"/>
          </p:nvPr>
        </p:nvSpPr>
        <p:spPr>
          <a:xfrm>
            <a:off x="6349973" y="3217321"/>
            <a:ext cx="5416604" cy="3380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51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6" name="Google Shape;13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2 ">
  <p:cSld name="Тексты 2 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2"/>
          <p:cNvSpPr/>
          <p:nvPr/>
        </p:nvSpPr>
        <p:spPr>
          <a:xfrm>
            <a:off x="0" y="770296"/>
            <a:ext cx="12192001" cy="6087704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2"/>
          <p:cNvSpPr/>
          <p:nvPr/>
        </p:nvSpPr>
        <p:spPr>
          <a:xfrm>
            <a:off x="0" y="798316"/>
            <a:ext cx="12131040" cy="6059684"/>
          </a:xfrm>
          <a:prstGeom prst="round1Rect">
            <a:avLst>
              <a:gd fmla="val 31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2"/>
          <p:cNvSpPr txBox="1"/>
          <p:nvPr>
            <p:ph idx="1" type="subTitle"/>
          </p:nvPr>
        </p:nvSpPr>
        <p:spPr>
          <a:xfrm>
            <a:off x="334963" y="1096035"/>
            <a:ext cx="5416604" cy="5523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1" name="Google Shape;141;p52"/>
          <p:cNvSpPr txBox="1"/>
          <p:nvPr>
            <p:ph idx="2" type="body"/>
          </p:nvPr>
        </p:nvSpPr>
        <p:spPr>
          <a:xfrm>
            <a:off x="6349973" y="1131346"/>
            <a:ext cx="5416604" cy="546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52"/>
          <p:cNvSpPr/>
          <p:nvPr/>
        </p:nvSpPr>
        <p:spPr>
          <a:xfrm>
            <a:off x="11337213" y="245151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" name="Google Shape;143;p52"/>
          <p:cNvSpPr txBox="1"/>
          <p:nvPr/>
        </p:nvSpPr>
        <p:spPr>
          <a:xfrm>
            <a:off x="334963" y="166426"/>
            <a:ext cx="9108582" cy="36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b="0" lang="ru-RU" sz="2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Вставить текст</a:t>
            </a:r>
            <a:endParaRPr b="0" sz="2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ексты 2 ">
  <p:cSld name="1_Тексты 2 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3"/>
          <p:cNvSpPr/>
          <p:nvPr/>
        </p:nvSpPr>
        <p:spPr>
          <a:xfrm>
            <a:off x="0" y="770296"/>
            <a:ext cx="12192001" cy="6087704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3"/>
          <p:cNvSpPr/>
          <p:nvPr/>
        </p:nvSpPr>
        <p:spPr>
          <a:xfrm>
            <a:off x="0" y="798316"/>
            <a:ext cx="12131040" cy="6059684"/>
          </a:xfrm>
          <a:prstGeom prst="round1Rect">
            <a:avLst>
              <a:gd fmla="val 317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3"/>
          <p:cNvSpPr txBox="1"/>
          <p:nvPr>
            <p:ph idx="1" type="subTitle"/>
          </p:nvPr>
        </p:nvSpPr>
        <p:spPr>
          <a:xfrm>
            <a:off x="334963" y="1148668"/>
            <a:ext cx="11385982" cy="547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8" name="Google Shape;148;p53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9" name="Google Shape;14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ы 3">
  <p:cSld name="Тексты 3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4"/>
          <p:cNvSpPr/>
          <p:nvPr/>
        </p:nvSpPr>
        <p:spPr>
          <a:xfrm>
            <a:off x="0" y="-1"/>
            <a:ext cx="12192000" cy="216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4"/>
          <p:cNvSpPr/>
          <p:nvPr/>
        </p:nvSpPr>
        <p:spPr>
          <a:xfrm>
            <a:off x="0" y="2143680"/>
            <a:ext cx="12192001" cy="471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4"/>
          <p:cNvSpPr/>
          <p:nvPr/>
        </p:nvSpPr>
        <p:spPr>
          <a:xfrm>
            <a:off x="0" y="2171700"/>
            <a:ext cx="12131040" cy="4686301"/>
          </a:xfrm>
          <a:prstGeom prst="round1Rect">
            <a:avLst>
              <a:gd fmla="val 537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4"/>
          <p:cNvSpPr txBox="1"/>
          <p:nvPr>
            <p:ph type="ctrTitle"/>
          </p:nvPr>
        </p:nvSpPr>
        <p:spPr>
          <a:xfrm>
            <a:off x="334962" y="1129427"/>
            <a:ext cx="10741205" cy="950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pc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4"/>
          <p:cNvSpPr txBox="1"/>
          <p:nvPr>
            <p:ph idx="1" type="subTitle"/>
          </p:nvPr>
        </p:nvSpPr>
        <p:spPr>
          <a:xfrm>
            <a:off x="334963" y="3182010"/>
            <a:ext cx="5416604" cy="3415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6" name="Google Shape;156;p54"/>
          <p:cNvSpPr txBox="1"/>
          <p:nvPr>
            <p:ph idx="2" type="body"/>
          </p:nvPr>
        </p:nvSpPr>
        <p:spPr>
          <a:xfrm>
            <a:off x="334962" y="2370455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54"/>
          <p:cNvSpPr txBox="1"/>
          <p:nvPr>
            <p:ph idx="3" type="body"/>
          </p:nvPr>
        </p:nvSpPr>
        <p:spPr>
          <a:xfrm>
            <a:off x="6349973" y="3217321"/>
            <a:ext cx="5416604" cy="3380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54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9" name="Google Shape;15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1 рисунок белый фон">
  <p:cSld name="Текст 1 рисунок белый фон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5"/>
          <p:cNvSpPr txBox="1"/>
          <p:nvPr>
            <p:ph type="ctrTitle"/>
          </p:nvPr>
        </p:nvSpPr>
        <p:spPr>
          <a:xfrm>
            <a:off x="334962" y="1129427"/>
            <a:ext cx="10741205" cy="950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5"/>
          <p:cNvSpPr txBox="1"/>
          <p:nvPr>
            <p:ph idx="1" type="subTitle"/>
          </p:nvPr>
        </p:nvSpPr>
        <p:spPr>
          <a:xfrm>
            <a:off x="334963" y="3201477"/>
            <a:ext cx="5416604" cy="3431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3" name="Google Shape;163;p55"/>
          <p:cNvSpPr txBox="1"/>
          <p:nvPr>
            <p:ph idx="2" type="body"/>
          </p:nvPr>
        </p:nvSpPr>
        <p:spPr>
          <a:xfrm>
            <a:off x="334962" y="2389921"/>
            <a:ext cx="5416604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55"/>
          <p:cNvSpPr/>
          <p:nvPr/>
        </p:nvSpPr>
        <p:spPr>
          <a:xfrm>
            <a:off x="0" y="2143681"/>
            <a:ext cx="12192000" cy="4714319"/>
          </a:xfrm>
          <a:custGeom>
            <a:rect b="b" l="l" r="r" t="t"/>
            <a:pathLst>
              <a:path extrusionOk="0" h="4714319" w="12192000">
                <a:moveTo>
                  <a:pt x="0" y="0"/>
                </a:moveTo>
                <a:lnTo>
                  <a:pt x="12192000" y="0"/>
                </a:lnTo>
                <a:lnTo>
                  <a:pt x="12192000" y="33039"/>
                </a:lnTo>
                <a:lnTo>
                  <a:pt x="6296375" y="33039"/>
                </a:lnTo>
                <a:cubicBezTo>
                  <a:pt x="6185711" y="33039"/>
                  <a:pt x="6096000" y="122750"/>
                  <a:pt x="6096000" y="233414"/>
                </a:cubicBezTo>
                <a:lnTo>
                  <a:pt x="6096000" y="4714319"/>
                </a:lnTo>
                <a:lnTo>
                  <a:pt x="6066847" y="4714319"/>
                </a:lnTo>
                <a:lnTo>
                  <a:pt x="6066847" y="262727"/>
                </a:lnTo>
                <a:cubicBezTo>
                  <a:pt x="6066847" y="135874"/>
                  <a:pt x="5964013" y="33039"/>
                  <a:pt x="5837159" y="33039"/>
                </a:cubicBezTo>
                <a:lnTo>
                  <a:pt x="0" y="3303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/>
          <p:nvPr>
            <p:ph idx="3" type="pic"/>
          </p:nvPr>
        </p:nvSpPr>
        <p:spPr>
          <a:xfrm>
            <a:off x="6093542" y="2176463"/>
            <a:ext cx="6098457" cy="46815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6" name="Google Shape;166;p55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67" name="Google Shape;16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1 рисунок бирюзовый фон">
  <p:cSld name="Текст 1 рисунок бирюзовый фон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 txBox="1"/>
          <p:nvPr>
            <p:ph idx="1" type="subTitle"/>
          </p:nvPr>
        </p:nvSpPr>
        <p:spPr>
          <a:xfrm>
            <a:off x="334963" y="5123663"/>
            <a:ext cx="5416604" cy="15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0" name="Google Shape;170;p56"/>
          <p:cNvSpPr txBox="1"/>
          <p:nvPr>
            <p:ph idx="2" type="body"/>
          </p:nvPr>
        </p:nvSpPr>
        <p:spPr>
          <a:xfrm>
            <a:off x="334962" y="1979941"/>
            <a:ext cx="5416604" cy="2918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56"/>
          <p:cNvSpPr/>
          <p:nvPr>
            <p:ph idx="3" type="pic"/>
          </p:nvPr>
        </p:nvSpPr>
        <p:spPr>
          <a:xfrm>
            <a:off x="6093542" y="1602089"/>
            <a:ext cx="6098457" cy="525591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2" name="Google Shape;172;p56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3" name="Google Shape;17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1 рисунок белый фон 2">
  <p:cSld name="Текст 1 рисунок белый фон 2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7"/>
          <p:cNvSpPr txBox="1"/>
          <p:nvPr>
            <p:ph idx="1" type="subTitle"/>
          </p:nvPr>
        </p:nvSpPr>
        <p:spPr>
          <a:xfrm>
            <a:off x="334963" y="1355833"/>
            <a:ext cx="5416604" cy="4593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000"/>
              <a:buNone/>
              <a:defRPr b="0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p57"/>
          <p:cNvSpPr txBox="1"/>
          <p:nvPr>
            <p:ph idx="2" type="body"/>
          </p:nvPr>
        </p:nvSpPr>
        <p:spPr>
          <a:xfrm>
            <a:off x="334963" y="148361"/>
            <a:ext cx="5416604" cy="98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000"/>
              <a:buNone/>
              <a:defRPr b="1" sz="20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57"/>
          <p:cNvSpPr/>
          <p:nvPr>
            <p:ph idx="3" type="pic"/>
          </p:nvPr>
        </p:nvSpPr>
        <p:spPr>
          <a:xfrm>
            <a:off x="6096000" y="801621"/>
            <a:ext cx="6096000" cy="605638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78" name="Google Shape;178;p57"/>
          <p:cNvCxnSpPr>
            <a:stCxn id="177" idx="4"/>
          </p:cNvCxnSpPr>
          <p:nvPr/>
        </p:nvCxnSpPr>
        <p:spPr>
          <a:xfrm rot="10800000">
            <a:off x="6096000" y="1"/>
            <a:ext cx="0" cy="6858000"/>
          </a:xfrm>
          <a:prstGeom prst="straightConnector1">
            <a:avLst/>
          </a:prstGeom>
          <a:noFill/>
          <a:ln cap="flat" cmpd="sng" w="19050">
            <a:solidFill>
              <a:srgbClr val="171717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9" name="Google Shape;17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6166974"/>
            <a:ext cx="1328274" cy="488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7"/>
          <p:cNvSpPr txBox="1"/>
          <p:nvPr/>
        </p:nvSpPr>
        <p:spPr>
          <a:xfrm>
            <a:off x="6483515" y="148361"/>
            <a:ext cx="5416604" cy="80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Arial"/>
              <a:buNone/>
            </a:pPr>
            <a:r>
              <a:rPr b="0" lang="ru-RU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Вставить текст</a:t>
            </a:r>
            <a:endParaRPr b="0" sz="20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график белый фон">
  <p:cSld name="Текст график белый фон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8"/>
          <p:cNvSpPr/>
          <p:nvPr>
            <p:ph idx="2" type="pic"/>
          </p:nvPr>
        </p:nvSpPr>
        <p:spPr>
          <a:xfrm>
            <a:off x="334962" y="3838575"/>
            <a:ext cx="2695575" cy="2695575"/>
          </a:xfrm>
          <a:prstGeom prst="flowChartConnector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3" name="Google Shape;183;p58"/>
          <p:cNvSpPr txBox="1"/>
          <p:nvPr>
            <p:ph idx="1" type="subTitle"/>
          </p:nvPr>
        </p:nvSpPr>
        <p:spPr>
          <a:xfrm>
            <a:off x="2619375" y="3219451"/>
            <a:ext cx="1227192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4" name="Google Shape;184;p58"/>
          <p:cNvSpPr txBox="1"/>
          <p:nvPr>
            <p:ph idx="3" type="body"/>
          </p:nvPr>
        </p:nvSpPr>
        <p:spPr>
          <a:xfrm>
            <a:off x="4781550" y="1242498"/>
            <a:ext cx="7100395" cy="1091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58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4575670" y="38100"/>
                </a:lnTo>
                <a:cubicBezTo>
                  <a:pt x="4420311" y="38100"/>
                  <a:pt x="4294367" y="164044"/>
                  <a:pt x="4294367" y="319403"/>
                </a:cubicBezTo>
                <a:lnTo>
                  <a:pt x="4294367" y="6057900"/>
                </a:lnTo>
                <a:lnTo>
                  <a:pt x="4265214" y="6057900"/>
                </a:lnTo>
                <a:lnTo>
                  <a:pt x="4265214" y="2388250"/>
                </a:lnTo>
                <a:cubicBezTo>
                  <a:pt x="4265214" y="2247611"/>
                  <a:pt x="4151203" y="2133600"/>
                  <a:pt x="4010564" y="2133600"/>
                </a:cubicBezTo>
                <a:lnTo>
                  <a:pt x="0" y="2133600"/>
                </a:lnTo>
                <a:lnTo>
                  <a:pt x="0" y="2095500"/>
                </a:lnTo>
                <a:lnTo>
                  <a:pt x="3975697" y="2095500"/>
                </a:lnTo>
                <a:cubicBezTo>
                  <a:pt x="4135593" y="2095500"/>
                  <a:pt x="4265214" y="1965879"/>
                  <a:pt x="4265214" y="1805983"/>
                </a:cubicBezTo>
                <a:lnTo>
                  <a:pt x="4265214" y="327617"/>
                </a:lnTo>
                <a:cubicBezTo>
                  <a:pt x="4265214" y="167721"/>
                  <a:pt x="4135593" y="38100"/>
                  <a:pt x="3975697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8"/>
          <p:cNvSpPr txBox="1"/>
          <p:nvPr>
            <p:ph idx="4" type="body"/>
          </p:nvPr>
        </p:nvSpPr>
        <p:spPr>
          <a:xfrm>
            <a:off x="251972" y="123826"/>
            <a:ext cx="7819971" cy="64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58"/>
          <p:cNvSpPr txBox="1"/>
          <p:nvPr>
            <p:ph idx="5" type="body"/>
          </p:nvPr>
        </p:nvSpPr>
        <p:spPr>
          <a:xfrm>
            <a:off x="9934575" y="2505075"/>
            <a:ext cx="1897088" cy="409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58"/>
          <p:cNvSpPr/>
          <p:nvPr>
            <p:ph idx="6" type="chart"/>
          </p:nvPr>
        </p:nvSpPr>
        <p:spPr>
          <a:xfrm>
            <a:off x="4781550" y="2505075"/>
            <a:ext cx="47910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9" name="Google Shape;18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3389" y="154028"/>
            <a:ext cx="1328274" cy="488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8"/>
          <p:cNvSpPr txBox="1"/>
          <p:nvPr/>
        </p:nvSpPr>
        <p:spPr>
          <a:xfrm>
            <a:off x="186229" y="975493"/>
            <a:ext cx="3660337" cy="1720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0" lang="ru-RU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Вставить текст</a:t>
            </a:r>
            <a:endParaRPr b="0" sz="105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">
  <p:cSld name="3 фото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9"/>
          <p:cNvSpPr/>
          <p:nvPr>
            <p:ph idx="2" type="pic"/>
          </p:nvPr>
        </p:nvSpPr>
        <p:spPr>
          <a:xfrm>
            <a:off x="4294369" y="838200"/>
            <a:ext cx="7897631" cy="601979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3" name="Google Shape;193;p59"/>
          <p:cNvSpPr/>
          <p:nvPr>
            <p:ph idx="3" type="pic"/>
          </p:nvPr>
        </p:nvSpPr>
        <p:spPr>
          <a:xfrm>
            <a:off x="0" y="838200"/>
            <a:ext cx="4265216" cy="20732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4" name="Google Shape;194;p59"/>
          <p:cNvSpPr/>
          <p:nvPr>
            <p:ph idx="4" type="pic"/>
          </p:nvPr>
        </p:nvSpPr>
        <p:spPr>
          <a:xfrm>
            <a:off x="0" y="2911475"/>
            <a:ext cx="4265216" cy="39465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5" name="Google Shape;195;p59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4575670" y="38100"/>
                </a:lnTo>
                <a:cubicBezTo>
                  <a:pt x="4420311" y="38100"/>
                  <a:pt x="4294367" y="164044"/>
                  <a:pt x="4294367" y="319403"/>
                </a:cubicBezTo>
                <a:lnTo>
                  <a:pt x="4294367" y="6057900"/>
                </a:lnTo>
                <a:lnTo>
                  <a:pt x="4265214" y="6057900"/>
                </a:lnTo>
                <a:lnTo>
                  <a:pt x="4265214" y="2388250"/>
                </a:lnTo>
                <a:cubicBezTo>
                  <a:pt x="4265214" y="2247611"/>
                  <a:pt x="4151203" y="2133600"/>
                  <a:pt x="4010564" y="2133600"/>
                </a:cubicBezTo>
                <a:lnTo>
                  <a:pt x="0" y="2133600"/>
                </a:lnTo>
                <a:lnTo>
                  <a:pt x="0" y="2095500"/>
                </a:lnTo>
                <a:lnTo>
                  <a:pt x="3975697" y="2095500"/>
                </a:lnTo>
                <a:cubicBezTo>
                  <a:pt x="4135593" y="2095500"/>
                  <a:pt x="4265214" y="1965879"/>
                  <a:pt x="4265214" y="1805983"/>
                </a:cubicBezTo>
                <a:lnTo>
                  <a:pt x="4265214" y="327617"/>
                </a:lnTo>
                <a:cubicBezTo>
                  <a:pt x="4265214" y="167721"/>
                  <a:pt x="4135593" y="38100"/>
                  <a:pt x="3975697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график бирюзовый фон">
  <p:cSld name="Текст график бирюзовый фон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0"/>
          <p:cNvSpPr/>
          <p:nvPr/>
        </p:nvSpPr>
        <p:spPr>
          <a:xfrm>
            <a:off x="0" y="-1"/>
            <a:ext cx="12192000" cy="11088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0"/>
          <p:cNvSpPr/>
          <p:nvPr>
            <p:ph idx="2" type="pic"/>
          </p:nvPr>
        </p:nvSpPr>
        <p:spPr>
          <a:xfrm>
            <a:off x="334962" y="3838575"/>
            <a:ext cx="2695575" cy="2695575"/>
          </a:xfrm>
          <a:prstGeom prst="flowChartConnector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99" name="Google Shape;199;p60"/>
          <p:cNvSpPr txBox="1"/>
          <p:nvPr>
            <p:ph idx="1" type="subTitle"/>
          </p:nvPr>
        </p:nvSpPr>
        <p:spPr>
          <a:xfrm>
            <a:off x="2619375" y="3219451"/>
            <a:ext cx="1227192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0" name="Google Shape;200;p60"/>
          <p:cNvSpPr txBox="1"/>
          <p:nvPr>
            <p:ph idx="3" type="body"/>
          </p:nvPr>
        </p:nvSpPr>
        <p:spPr>
          <a:xfrm>
            <a:off x="229859" y="1273199"/>
            <a:ext cx="3790348" cy="1564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60"/>
          <p:cNvSpPr/>
          <p:nvPr/>
        </p:nvSpPr>
        <p:spPr>
          <a:xfrm>
            <a:off x="2" y="1077310"/>
            <a:ext cx="12191999" cy="578069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4575670" y="38100"/>
                </a:lnTo>
                <a:cubicBezTo>
                  <a:pt x="4420311" y="38100"/>
                  <a:pt x="4294367" y="164044"/>
                  <a:pt x="4294367" y="319403"/>
                </a:cubicBezTo>
                <a:lnTo>
                  <a:pt x="4294367" y="6057900"/>
                </a:lnTo>
                <a:lnTo>
                  <a:pt x="4265214" y="6057900"/>
                </a:lnTo>
                <a:lnTo>
                  <a:pt x="4265214" y="2388250"/>
                </a:lnTo>
                <a:cubicBezTo>
                  <a:pt x="4265214" y="2247611"/>
                  <a:pt x="4151203" y="2133600"/>
                  <a:pt x="4010564" y="2133600"/>
                </a:cubicBezTo>
                <a:lnTo>
                  <a:pt x="0" y="2133600"/>
                </a:lnTo>
                <a:lnTo>
                  <a:pt x="0" y="2095500"/>
                </a:lnTo>
                <a:lnTo>
                  <a:pt x="3975697" y="2095500"/>
                </a:lnTo>
                <a:cubicBezTo>
                  <a:pt x="4135593" y="2095500"/>
                  <a:pt x="4265214" y="1965879"/>
                  <a:pt x="4265214" y="1805983"/>
                </a:cubicBezTo>
                <a:lnTo>
                  <a:pt x="4265214" y="327617"/>
                </a:lnTo>
                <a:cubicBezTo>
                  <a:pt x="4265214" y="167721"/>
                  <a:pt x="4135593" y="38100"/>
                  <a:pt x="3975697" y="38100"/>
                </a:cubicBezTo>
                <a:lnTo>
                  <a:pt x="0" y="381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0"/>
          <p:cNvSpPr txBox="1"/>
          <p:nvPr>
            <p:ph idx="4" type="body"/>
          </p:nvPr>
        </p:nvSpPr>
        <p:spPr>
          <a:xfrm>
            <a:off x="229859" y="116862"/>
            <a:ext cx="7295548" cy="907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60"/>
          <p:cNvSpPr txBox="1"/>
          <p:nvPr>
            <p:ph idx="5" type="body"/>
          </p:nvPr>
        </p:nvSpPr>
        <p:spPr>
          <a:xfrm>
            <a:off x="9934575" y="3429000"/>
            <a:ext cx="1897088" cy="316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60"/>
          <p:cNvSpPr/>
          <p:nvPr>
            <p:ph idx="6" type="chart"/>
          </p:nvPr>
        </p:nvSpPr>
        <p:spPr>
          <a:xfrm>
            <a:off x="4781550" y="2505075"/>
            <a:ext cx="489902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5" name="Google Shape;205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99503" y="294575"/>
            <a:ext cx="1328274" cy="48815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0"/>
          <p:cNvSpPr txBox="1"/>
          <p:nvPr>
            <p:ph idx="7" type="body"/>
          </p:nvPr>
        </p:nvSpPr>
        <p:spPr>
          <a:xfrm>
            <a:off x="4781550" y="1413948"/>
            <a:ext cx="3070251" cy="1091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  <p15:guide id="7" pos="270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проценты фото белый фон">
  <p:cSld name="Текст проценты фото белый фон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1"/>
          <p:cNvSpPr txBox="1"/>
          <p:nvPr>
            <p:ph idx="1" type="subTitle"/>
          </p:nvPr>
        </p:nvSpPr>
        <p:spPr>
          <a:xfrm>
            <a:off x="4648199" y="1787335"/>
            <a:ext cx="1755802" cy="844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9" name="Google Shape;209;p61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7091778" y="38100"/>
                </a:lnTo>
                <a:cubicBezTo>
                  <a:pt x="6936432" y="38100"/>
                  <a:pt x="6810499" y="164033"/>
                  <a:pt x="6810499" y="319379"/>
                </a:cubicBezTo>
                <a:lnTo>
                  <a:pt x="6810499" y="6057900"/>
                </a:lnTo>
                <a:lnTo>
                  <a:pt x="6772399" y="6057900"/>
                </a:lnTo>
                <a:lnTo>
                  <a:pt x="6772399" y="362475"/>
                </a:lnTo>
                <a:cubicBezTo>
                  <a:pt x="6772399" y="183328"/>
                  <a:pt x="6627171" y="38100"/>
                  <a:pt x="6448025" y="38100"/>
                </a:cubicBezTo>
                <a:lnTo>
                  <a:pt x="4618741" y="38100"/>
                </a:lnTo>
                <a:cubicBezTo>
                  <a:pt x="4439594" y="38100"/>
                  <a:pt x="4294366" y="183328"/>
                  <a:pt x="4294366" y="362475"/>
                </a:cubicBezTo>
                <a:lnTo>
                  <a:pt x="4294366" y="6057900"/>
                </a:lnTo>
                <a:lnTo>
                  <a:pt x="4265214" y="6057900"/>
                </a:lnTo>
                <a:lnTo>
                  <a:pt x="4265214" y="2315698"/>
                </a:lnTo>
                <a:cubicBezTo>
                  <a:pt x="4265214" y="2139830"/>
                  <a:pt x="4122645" y="1997261"/>
                  <a:pt x="3946777" y="1997261"/>
                </a:cubicBezTo>
                <a:lnTo>
                  <a:pt x="0" y="1997261"/>
                </a:lnTo>
                <a:lnTo>
                  <a:pt x="0" y="1959162"/>
                </a:lnTo>
                <a:lnTo>
                  <a:pt x="4059814" y="1959162"/>
                </a:lnTo>
                <a:cubicBezTo>
                  <a:pt x="4173253" y="1959162"/>
                  <a:pt x="4265214" y="1867200"/>
                  <a:pt x="4265214" y="1753762"/>
                </a:cubicBezTo>
                <a:lnTo>
                  <a:pt x="4265214" y="243500"/>
                </a:lnTo>
                <a:cubicBezTo>
                  <a:pt x="4265214" y="130061"/>
                  <a:pt x="4173253" y="38100"/>
                  <a:pt x="4059814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1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61"/>
          <p:cNvSpPr/>
          <p:nvPr>
            <p:ph idx="2" type="pic"/>
          </p:nvPr>
        </p:nvSpPr>
        <p:spPr>
          <a:xfrm>
            <a:off x="334962" y="3838575"/>
            <a:ext cx="2695575" cy="2695575"/>
          </a:xfrm>
          <a:prstGeom prst="flowChartConnector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2" name="Google Shape;212;p61"/>
          <p:cNvSpPr txBox="1"/>
          <p:nvPr>
            <p:ph idx="3" type="body"/>
          </p:nvPr>
        </p:nvSpPr>
        <p:spPr>
          <a:xfrm>
            <a:off x="334963" y="1247775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61"/>
          <p:cNvSpPr txBox="1"/>
          <p:nvPr>
            <p:ph idx="4" type="body"/>
          </p:nvPr>
        </p:nvSpPr>
        <p:spPr>
          <a:xfrm>
            <a:off x="2617784" y="3086294"/>
            <a:ext cx="1495425" cy="1504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61"/>
          <p:cNvSpPr txBox="1"/>
          <p:nvPr>
            <p:ph idx="5" type="body"/>
          </p:nvPr>
        </p:nvSpPr>
        <p:spPr>
          <a:xfrm>
            <a:off x="4648200" y="1095375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61"/>
          <p:cNvSpPr txBox="1"/>
          <p:nvPr>
            <p:ph idx="6" type="body"/>
          </p:nvPr>
        </p:nvSpPr>
        <p:spPr>
          <a:xfrm>
            <a:off x="4648200" y="283316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61"/>
          <p:cNvSpPr txBox="1"/>
          <p:nvPr>
            <p:ph idx="7" type="body"/>
          </p:nvPr>
        </p:nvSpPr>
        <p:spPr>
          <a:xfrm>
            <a:off x="4648200" y="3522142"/>
            <a:ext cx="1747838" cy="8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61"/>
          <p:cNvSpPr txBox="1"/>
          <p:nvPr>
            <p:ph idx="8" type="body"/>
          </p:nvPr>
        </p:nvSpPr>
        <p:spPr>
          <a:xfrm>
            <a:off x="4640263" y="4551901"/>
            <a:ext cx="17478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61"/>
          <p:cNvSpPr txBox="1"/>
          <p:nvPr>
            <p:ph idx="9" type="body"/>
          </p:nvPr>
        </p:nvSpPr>
        <p:spPr>
          <a:xfrm>
            <a:off x="4648200" y="5265032"/>
            <a:ext cx="1739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61"/>
          <p:cNvSpPr/>
          <p:nvPr>
            <p:ph idx="13" type="pic"/>
          </p:nvPr>
        </p:nvSpPr>
        <p:spPr>
          <a:xfrm>
            <a:off x="6800850" y="838200"/>
            <a:ext cx="5391150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проценты фото бирюзовый фон">
  <p:cSld name="Текст проценты фото бирюзовый фон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2"/>
          <p:cNvSpPr/>
          <p:nvPr/>
        </p:nvSpPr>
        <p:spPr>
          <a:xfrm>
            <a:off x="4228528" y="856725"/>
            <a:ext cx="2541586" cy="6019800"/>
          </a:xfrm>
          <a:prstGeom prst="round2SameRect">
            <a:avLst>
              <a:gd fmla="val 1560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2"/>
          <p:cNvSpPr txBox="1"/>
          <p:nvPr>
            <p:ph idx="1" type="subTitle"/>
          </p:nvPr>
        </p:nvSpPr>
        <p:spPr>
          <a:xfrm>
            <a:off x="4648199" y="1787335"/>
            <a:ext cx="1755802" cy="844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3" name="Google Shape;223;p62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4" name="Google Shape;224;p62"/>
          <p:cNvSpPr/>
          <p:nvPr>
            <p:ph idx="2" type="pic"/>
          </p:nvPr>
        </p:nvSpPr>
        <p:spPr>
          <a:xfrm>
            <a:off x="334962" y="3838575"/>
            <a:ext cx="2695575" cy="2695575"/>
          </a:xfrm>
          <a:prstGeom prst="flowChartConnector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5" name="Google Shape;225;p62"/>
          <p:cNvSpPr txBox="1"/>
          <p:nvPr>
            <p:ph idx="3" type="body"/>
          </p:nvPr>
        </p:nvSpPr>
        <p:spPr>
          <a:xfrm>
            <a:off x="334963" y="1693449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62"/>
          <p:cNvSpPr txBox="1"/>
          <p:nvPr>
            <p:ph idx="4" type="body"/>
          </p:nvPr>
        </p:nvSpPr>
        <p:spPr>
          <a:xfrm>
            <a:off x="2617784" y="3086294"/>
            <a:ext cx="1495425" cy="1504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b="0" sz="105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62"/>
          <p:cNvSpPr txBox="1"/>
          <p:nvPr>
            <p:ph idx="5" type="body"/>
          </p:nvPr>
        </p:nvSpPr>
        <p:spPr>
          <a:xfrm>
            <a:off x="4648200" y="1095375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62"/>
          <p:cNvSpPr txBox="1"/>
          <p:nvPr>
            <p:ph idx="6" type="body"/>
          </p:nvPr>
        </p:nvSpPr>
        <p:spPr>
          <a:xfrm>
            <a:off x="4648200" y="283316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62"/>
          <p:cNvSpPr txBox="1"/>
          <p:nvPr>
            <p:ph idx="7" type="body"/>
          </p:nvPr>
        </p:nvSpPr>
        <p:spPr>
          <a:xfrm>
            <a:off x="4648200" y="3522142"/>
            <a:ext cx="1747838" cy="8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62"/>
          <p:cNvSpPr txBox="1"/>
          <p:nvPr>
            <p:ph idx="8" type="body"/>
          </p:nvPr>
        </p:nvSpPr>
        <p:spPr>
          <a:xfrm>
            <a:off x="4640263" y="4551901"/>
            <a:ext cx="17478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62"/>
          <p:cNvSpPr txBox="1"/>
          <p:nvPr>
            <p:ph idx="9" type="body"/>
          </p:nvPr>
        </p:nvSpPr>
        <p:spPr>
          <a:xfrm>
            <a:off x="4648200" y="5265032"/>
            <a:ext cx="1739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62"/>
          <p:cNvSpPr/>
          <p:nvPr>
            <p:ph idx="13" type="pic"/>
          </p:nvPr>
        </p:nvSpPr>
        <p:spPr>
          <a:xfrm>
            <a:off x="6800850" y="838200"/>
            <a:ext cx="5391150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233" name="Google Shape;23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центы фото белый фон">
  <p:cSld name="Проценты фото белый фон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3"/>
          <p:cNvSpPr txBox="1"/>
          <p:nvPr>
            <p:ph idx="1" type="subTitle"/>
          </p:nvPr>
        </p:nvSpPr>
        <p:spPr>
          <a:xfrm>
            <a:off x="334963" y="3651687"/>
            <a:ext cx="1770062" cy="917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6" name="Google Shape;236;p63"/>
          <p:cNvSpPr txBox="1"/>
          <p:nvPr>
            <p:ph idx="2" type="body"/>
          </p:nvPr>
        </p:nvSpPr>
        <p:spPr>
          <a:xfrm>
            <a:off x="334964" y="5454821"/>
            <a:ext cx="1770062" cy="1039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63"/>
          <p:cNvSpPr/>
          <p:nvPr/>
        </p:nvSpPr>
        <p:spPr>
          <a:xfrm>
            <a:off x="0" y="800100"/>
            <a:ext cx="12192000" cy="6057900"/>
          </a:xfrm>
          <a:custGeom>
            <a:rect b="b" l="l" r="r" t="t"/>
            <a:pathLst>
              <a:path extrusionOk="0" h="6057900" w="121920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4582126" y="38100"/>
                </a:lnTo>
                <a:lnTo>
                  <a:pt x="4551677" y="41170"/>
                </a:lnTo>
                <a:cubicBezTo>
                  <a:pt x="4426839" y="66715"/>
                  <a:pt x="4328512" y="165042"/>
                  <a:pt x="4302967" y="289880"/>
                </a:cubicBezTo>
                <a:lnTo>
                  <a:pt x="4296474" y="354283"/>
                </a:lnTo>
                <a:lnTo>
                  <a:pt x="4296474" y="354293"/>
                </a:lnTo>
                <a:lnTo>
                  <a:pt x="4296474" y="6057900"/>
                </a:lnTo>
                <a:lnTo>
                  <a:pt x="4265215" y="6057900"/>
                </a:lnTo>
                <a:lnTo>
                  <a:pt x="4265215" y="326065"/>
                </a:lnTo>
                <a:cubicBezTo>
                  <a:pt x="4265215" y="167026"/>
                  <a:pt x="4136288" y="38100"/>
                  <a:pt x="3977249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3"/>
          <p:cNvSpPr/>
          <p:nvPr/>
        </p:nvSpPr>
        <p:spPr>
          <a:xfrm>
            <a:off x="300600" y="6483573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9" name="Google Shape;239;p63"/>
          <p:cNvSpPr/>
          <p:nvPr>
            <p:ph idx="3" type="pic"/>
          </p:nvPr>
        </p:nvSpPr>
        <p:spPr>
          <a:xfrm>
            <a:off x="4296474" y="838200"/>
            <a:ext cx="7895526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0" name="Google Shape;240;p63"/>
          <p:cNvSpPr txBox="1"/>
          <p:nvPr>
            <p:ph idx="4" type="body"/>
          </p:nvPr>
        </p:nvSpPr>
        <p:spPr>
          <a:xfrm>
            <a:off x="334963" y="1247775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63"/>
          <p:cNvSpPr txBox="1"/>
          <p:nvPr>
            <p:ph idx="5" type="body"/>
          </p:nvPr>
        </p:nvSpPr>
        <p:spPr>
          <a:xfrm>
            <a:off x="342900" y="286375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63"/>
          <p:cNvSpPr txBox="1"/>
          <p:nvPr>
            <p:ph idx="6" type="body"/>
          </p:nvPr>
        </p:nvSpPr>
        <p:spPr>
          <a:xfrm>
            <a:off x="2105025" y="286375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63"/>
          <p:cNvSpPr txBox="1"/>
          <p:nvPr>
            <p:ph idx="7" type="body"/>
          </p:nvPr>
        </p:nvSpPr>
        <p:spPr>
          <a:xfrm>
            <a:off x="342900" y="4730393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63"/>
          <p:cNvSpPr txBox="1"/>
          <p:nvPr>
            <p:ph idx="8" type="body"/>
          </p:nvPr>
        </p:nvSpPr>
        <p:spPr>
          <a:xfrm>
            <a:off x="2181225" y="3651250"/>
            <a:ext cx="1665288" cy="9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5" name="Google Shape;245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6784" y="155534"/>
            <a:ext cx="1328274" cy="488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3"/>
          <p:cNvSpPr txBox="1"/>
          <p:nvPr>
            <p:ph idx="9" type="body"/>
          </p:nvPr>
        </p:nvSpPr>
        <p:spPr>
          <a:xfrm>
            <a:off x="334963" y="123388"/>
            <a:ext cx="9287258" cy="58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центы фото бирюзовый фон">
  <p:cSld name="Проценты фото бирюзовый фон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4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4"/>
          <p:cNvSpPr txBox="1"/>
          <p:nvPr>
            <p:ph idx="1" type="subTitle"/>
          </p:nvPr>
        </p:nvSpPr>
        <p:spPr>
          <a:xfrm>
            <a:off x="334963" y="3651687"/>
            <a:ext cx="1770062" cy="917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0" name="Google Shape;250;p64"/>
          <p:cNvSpPr txBox="1"/>
          <p:nvPr>
            <p:ph idx="2" type="body"/>
          </p:nvPr>
        </p:nvSpPr>
        <p:spPr>
          <a:xfrm>
            <a:off x="334964" y="5454821"/>
            <a:ext cx="1770062" cy="1039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64"/>
          <p:cNvSpPr/>
          <p:nvPr/>
        </p:nvSpPr>
        <p:spPr>
          <a:xfrm>
            <a:off x="0" y="800100"/>
            <a:ext cx="12192000" cy="6057900"/>
          </a:xfrm>
          <a:custGeom>
            <a:rect b="b" l="l" r="r" t="t"/>
            <a:pathLst>
              <a:path extrusionOk="0" h="6057900" w="121920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4582126" y="38100"/>
                </a:lnTo>
                <a:lnTo>
                  <a:pt x="4551677" y="41170"/>
                </a:lnTo>
                <a:cubicBezTo>
                  <a:pt x="4426839" y="66715"/>
                  <a:pt x="4328512" y="165042"/>
                  <a:pt x="4302967" y="289880"/>
                </a:cubicBezTo>
                <a:lnTo>
                  <a:pt x="4296474" y="354283"/>
                </a:lnTo>
                <a:lnTo>
                  <a:pt x="4296474" y="354293"/>
                </a:lnTo>
                <a:lnTo>
                  <a:pt x="4296474" y="6057900"/>
                </a:lnTo>
                <a:lnTo>
                  <a:pt x="4265215" y="6057900"/>
                </a:lnTo>
                <a:lnTo>
                  <a:pt x="4265215" y="326065"/>
                </a:lnTo>
                <a:cubicBezTo>
                  <a:pt x="4265215" y="167026"/>
                  <a:pt x="4136288" y="38100"/>
                  <a:pt x="3977249" y="38100"/>
                </a:cubicBezTo>
                <a:lnTo>
                  <a:pt x="0" y="381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4"/>
          <p:cNvSpPr/>
          <p:nvPr>
            <p:ph idx="3" type="pic"/>
          </p:nvPr>
        </p:nvSpPr>
        <p:spPr>
          <a:xfrm>
            <a:off x="4296474" y="838200"/>
            <a:ext cx="7895526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3" name="Google Shape;253;p64"/>
          <p:cNvSpPr txBox="1"/>
          <p:nvPr>
            <p:ph idx="4" type="body"/>
          </p:nvPr>
        </p:nvSpPr>
        <p:spPr>
          <a:xfrm>
            <a:off x="334963" y="1247775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64"/>
          <p:cNvSpPr txBox="1"/>
          <p:nvPr>
            <p:ph idx="5" type="body"/>
          </p:nvPr>
        </p:nvSpPr>
        <p:spPr>
          <a:xfrm>
            <a:off x="342900" y="286375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64"/>
          <p:cNvSpPr txBox="1"/>
          <p:nvPr>
            <p:ph idx="6" type="body"/>
          </p:nvPr>
        </p:nvSpPr>
        <p:spPr>
          <a:xfrm>
            <a:off x="2105025" y="286375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64"/>
          <p:cNvSpPr txBox="1"/>
          <p:nvPr>
            <p:ph idx="7" type="body"/>
          </p:nvPr>
        </p:nvSpPr>
        <p:spPr>
          <a:xfrm>
            <a:off x="342900" y="4730393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64"/>
          <p:cNvSpPr txBox="1"/>
          <p:nvPr>
            <p:ph idx="8" type="body"/>
          </p:nvPr>
        </p:nvSpPr>
        <p:spPr>
          <a:xfrm>
            <a:off x="2181225" y="3651250"/>
            <a:ext cx="1665288" cy="9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8" name="Google Shape;258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40508" y="155970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рисунка">
  <p:cSld name="2 рисунка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5"/>
          <p:cNvSpPr/>
          <p:nvPr/>
        </p:nvSpPr>
        <p:spPr>
          <a:xfrm>
            <a:off x="0" y="800100"/>
            <a:ext cx="12192000" cy="6057900"/>
          </a:xfrm>
          <a:custGeom>
            <a:rect b="b" l="l" r="r" t="t"/>
            <a:pathLst>
              <a:path extrusionOk="0" h="6057900" w="121920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4582126" y="38100"/>
                </a:lnTo>
                <a:lnTo>
                  <a:pt x="4551677" y="41170"/>
                </a:lnTo>
                <a:cubicBezTo>
                  <a:pt x="4426839" y="66715"/>
                  <a:pt x="4328512" y="165042"/>
                  <a:pt x="4302967" y="289880"/>
                </a:cubicBezTo>
                <a:lnTo>
                  <a:pt x="4296474" y="354283"/>
                </a:lnTo>
                <a:lnTo>
                  <a:pt x="4296474" y="354293"/>
                </a:lnTo>
                <a:lnTo>
                  <a:pt x="4296474" y="6057900"/>
                </a:lnTo>
                <a:lnTo>
                  <a:pt x="4265215" y="6057900"/>
                </a:lnTo>
                <a:lnTo>
                  <a:pt x="4265215" y="326065"/>
                </a:lnTo>
                <a:cubicBezTo>
                  <a:pt x="4265215" y="167026"/>
                  <a:pt x="4136288" y="38100"/>
                  <a:pt x="3977249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5"/>
          <p:cNvSpPr/>
          <p:nvPr>
            <p:ph idx="2" type="pic"/>
          </p:nvPr>
        </p:nvSpPr>
        <p:spPr>
          <a:xfrm>
            <a:off x="4296474" y="838200"/>
            <a:ext cx="7895526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2" name="Google Shape;262;p65"/>
          <p:cNvSpPr/>
          <p:nvPr>
            <p:ph idx="3" type="pic"/>
          </p:nvPr>
        </p:nvSpPr>
        <p:spPr>
          <a:xfrm>
            <a:off x="0" y="838200"/>
            <a:ext cx="4265215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263" name="Google Shape;2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0356" y="160311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бирюзовый фон">
  <p:cSld name="Заголовок бирюзовый фон"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6"/>
          <p:cNvSpPr txBox="1"/>
          <p:nvPr>
            <p:ph idx="1" type="subTitle"/>
          </p:nvPr>
        </p:nvSpPr>
        <p:spPr>
          <a:xfrm>
            <a:off x="517960" y="1915726"/>
            <a:ext cx="9419571" cy="4385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6" name="Google Shape;266;p66"/>
          <p:cNvSpPr txBox="1"/>
          <p:nvPr>
            <p:ph type="ctrTitle"/>
          </p:nvPr>
        </p:nvSpPr>
        <p:spPr>
          <a:xfrm>
            <a:off x="377004" y="230571"/>
            <a:ext cx="10774472" cy="1135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ektur"/>
              <a:buNone/>
              <a:defRPr sz="36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7" name="Google Shape;267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19335" y="6160463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белый фон">
  <p:cSld name="Заголовок белый фон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7"/>
          <p:cNvSpPr txBox="1"/>
          <p:nvPr>
            <p:ph idx="1" type="subTitle"/>
          </p:nvPr>
        </p:nvSpPr>
        <p:spPr>
          <a:xfrm>
            <a:off x="5441058" y="4114972"/>
            <a:ext cx="6415980" cy="1847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0" name="Google Shape;270;p67"/>
          <p:cNvSpPr txBox="1"/>
          <p:nvPr>
            <p:ph type="ctrTitle"/>
          </p:nvPr>
        </p:nvSpPr>
        <p:spPr>
          <a:xfrm>
            <a:off x="334963" y="971550"/>
            <a:ext cx="11522074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600"/>
              <a:buFont typeface="Tektur"/>
              <a:buNone/>
              <a:defRPr sz="36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67"/>
          <p:cNvSpPr/>
          <p:nvPr/>
        </p:nvSpPr>
        <p:spPr>
          <a:xfrm>
            <a:off x="11158537" y="6421564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72" name="Google Shape;27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7666" y="6177484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 фото 2">
  <p:cSld name="2_Раздел фото 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5" name="Google Shape;275;p68"/>
          <p:cNvSpPr txBox="1"/>
          <p:nvPr>
            <p:ph idx="1" type="subTitle"/>
          </p:nvPr>
        </p:nvSpPr>
        <p:spPr>
          <a:xfrm>
            <a:off x="4387849" y="3987444"/>
            <a:ext cx="6146801" cy="11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000"/>
              <a:buNone/>
              <a:defRPr b="0" sz="2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6" name="Google Shape;276;p68"/>
          <p:cNvSpPr txBox="1"/>
          <p:nvPr>
            <p:ph type="ctrTitle"/>
          </p:nvPr>
        </p:nvSpPr>
        <p:spPr>
          <a:xfrm>
            <a:off x="1677987" y="1776935"/>
            <a:ext cx="8856663" cy="1849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6000"/>
              <a:buFont typeface="Arial"/>
              <a:buNone/>
              <a:defRPr sz="6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Раздел фото 2">
  <p:cSld name="3_Раздел фото 2">
    <p:bg>
      <p:bgPr>
        <a:solidFill>
          <a:schemeClr val="dk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9" name="Google Shape;279;p69"/>
          <p:cNvSpPr txBox="1"/>
          <p:nvPr>
            <p:ph idx="1" type="subTitle"/>
          </p:nvPr>
        </p:nvSpPr>
        <p:spPr>
          <a:xfrm>
            <a:off x="4387849" y="3987444"/>
            <a:ext cx="6146801" cy="11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0" name="Google Shape;280;p69"/>
          <p:cNvSpPr txBox="1"/>
          <p:nvPr>
            <p:ph type="ctrTitle"/>
          </p:nvPr>
        </p:nvSpPr>
        <p:spPr>
          <a:xfrm>
            <a:off x="1677987" y="1776935"/>
            <a:ext cx="8856663" cy="1849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ektur"/>
              <a:buNone/>
              <a:defRPr sz="60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69"/>
          <p:cNvSpPr/>
          <p:nvPr/>
        </p:nvSpPr>
        <p:spPr>
          <a:xfrm>
            <a:off x="11247875" y="6384487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центы график">
  <p:cSld name="Проценты график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0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7091778" y="38100"/>
                </a:lnTo>
                <a:cubicBezTo>
                  <a:pt x="6936432" y="38100"/>
                  <a:pt x="6810499" y="164033"/>
                  <a:pt x="6810499" y="319379"/>
                </a:cubicBezTo>
                <a:lnTo>
                  <a:pt x="6810499" y="6057900"/>
                </a:lnTo>
                <a:lnTo>
                  <a:pt x="6772399" y="6057900"/>
                </a:lnTo>
                <a:lnTo>
                  <a:pt x="6772399" y="362475"/>
                </a:lnTo>
                <a:cubicBezTo>
                  <a:pt x="6772399" y="183328"/>
                  <a:pt x="6627171" y="38100"/>
                  <a:pt x="6448025" y="38100"/>
                </a:cubicBezTo>
                <a:lnTo>
                  <a:pt x="4618741" y="38100"/>
                </a:lnTo>
                <a:cubicBezTo>
                  <a:pt x="4439594" y="38100"/>
                  <a:pt x="4294366" y="183328"/>
                  <a:pt x="4294366" y="362475"/>
                </a:cubicBezTo>
                <a:lnTo>
                  <a:pt x="4294366" y="6057900"/>
                </a:lnTo>
                <a:lnTo>
                  <a:pt x="4265214" y="6057900"/>
                </a:lnTo>
                <a:lnTo>
                  <a:pt x="4265214" y="2315698"/>
                </a:lnTo>
                <a:cubicBezTo>
                  <a:pt x="4265214" y="2139830"/>
                  <a:pt x="4122645" y="1997261"/>
                  <a:pt x="3946777" y="1997261"/>
                </a:cubicBezTo>
                <a:lnTo>
                  <a:pt x="0" y="1997261"/>
                </a:lnTo>
                <a:lnTo>
                  <a:pt x="0" y="1959162"/>
                </a:lnTo>
                <a:lnTo>
                  <a:pt x="4059814" y="1959162"/>
                </a:lnTo>
                <a:cubicBezTo>
                  <a:pt x="4173253" y="1959162"/>
                  <a:pt x="4265214" y="1867200"/>
                  <a:pt x="4265214" y="1753762"/>
                </a:cubicBezTo>
                <a:lnTo>
                  <a:pt x="4265214" y="243500"/>
                </a:lnTo>
                <a:cubicBezTo>
                  <a:pt x="4265214" y="130061"/>
                  <a:pt x="4173253" y="38100"/>
                  <a:pt x="4059814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0"/>
          <p:cNvSpPr txBox="1"/>
          <p:nvPr>
            <p:ph idx="1" type="subTitle"/>
          </p:nvPr>
        </p:nvSpPr>
        <p:spPr>
          <a:xfrm>
            <a:off x="4648199" y="1787335"/>
            <a:ext cx="1755802" cy="844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5" name="Google Shape;285;p70"/>
          <p:cNvSpPr/>
          <p:nvPr/>
        </p:nvSpPr>
        <p:spPr>
          <a:xfrm>
            <a:off x="11133162" y="6519489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6" name="Google Shape;286;p70"/>
          <p:cNvSpPr txBox="1"/>
          <p:nvPr>
            <p:ph idx="2" type="body"/>
          </p:nvPr>
        </p:nvSpPr>
        <p:spPr>
          <a:xfrm>
            <a:off x="334963" y="1095375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70"/>
          <p:cNvSpPr txBox="1"/>
          <p:nvPr>
            <p:ph idx="3" type="body"/>
          </p:nvPr>
        </p:nvSpPr>
        <p:spPr>
          <a:xfrm>
            <a:off x="4648200" y="1095375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70"/>
          <p:cNvSpPr txBox="1"/>
          <p:nvPr>
            <p:ph idx="4" type="body"/>
          </p:nvPr>
        </p:nvSpPr>
        <p:spPr>
          <a:xfrm>
            <a:off x="4648200" y="283316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70"/>
          <p:cNvSpPr txBox="1"/>
          <p:nvPr>
            <p:ph idx="5" type="body"/>
          </p:nvPr>
        </p:nvSpPr>
        <p:spPr>
          <a:xfrm>
            <a:off x="4648200" y="3522142"/>
            <a:ext cx="1747838" cy="8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70"/>
          <p:cNvSpPr txBox="1"/>
          <p:nvPr>
            <p:ph idx="6" type="body"/>
          </p:nvPr>
        </p:nvSpPr>
        <p:spPr>
          <a:xfrm>
            <a:off x="4640263" y="4551901"/>
            <a:ext cx="17478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70"/>
          <p:cNvSpPr txBox="1"/>
          <p:nvPr>
            <p:ph idx="7" type="body"/>
          </p:nvPr>
        </p:nvSpPr>
        <p:spPr>
          <a:xfrm>
            <a:off x="4627177" y="5265032"/>
            <a:ext cx="1760923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2" name="Google Shape;292;p70"/>
          <p:cNvSpPr/>
          <p:nvPr>
            <p:ph idx="8" type="pic"/>
          </p:nvPr>
        </p:nvSpPr>
        <p:spPr>
          <a:xfrm>
            <a:off x="0" y="2771774"/>
            <a:ext cx="4265216" cy="40862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3" name="Google Shape;293;p70"/>
          <p:cNvSpPr txBox="1"/>
          <p:nvPr>
            <p:ph idx="9" type="body"/>
          </p:nvPr>
        </p:nvSpPr>
        <p:spPr>
          <a:xfrm>
            <a:off x="7038974" y="1095375"/>
            <a:ext cx="4792688" cy="15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0" sz="1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70"/>
          <p:cNvSpPr txBox="1"/>
          <p:nvPr>
            <p:ph idx="13" type="body"/>
          </p:nvPr>
        </p:nvSpPr>
        <p:spPr>
          <a:xfrm>
            <a:off x="10383861" y="3429000"/>
            <a:ext cx="1447801" cy="287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p70"/>
          <p:cNvSpPr/>
          <p:nvPr>
            <p:ph idx="14" type="chart"/>
          </p:nvPr>
        </p:nvSpPr>
        <p:spPr>
          <a:xfrm>
            <a:off x="7038975" y="2833688"/>
            <a:ext cx="3148013" cy="351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6" name="Google Shape;29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3388" y="164303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центы рисунок">
  <p:cSld name="Проценты рисунок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1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7091778" y="38100"/>
                </a:lnTo>
                <a:cubicBezTo>
                  <a:pt x="6936432" y="38100"/>
                  <a:pt x="6810499" y="164033"/>
                  <a:pt x="6810499" y="319379"/>
                </a:cubicBezTo>
                <a:lnTo>
                  <a:pt x="6810499" y="6057900"/>
                </a:lnTo>
                <a:lnTo>
                  <a:pt x="6772399" y="6057900"/>
                </a:lnTo>
                <a:lnTo>
                  <a:pt x="6772399" y="362475"/>
                </a:lnTo>
                <a:cubicBezTo>
                  <a:pt x="6772399" y="183328"/>
                  <a:pt x="6627171" y="38100"/>
                  <a:pt x="6448025" y="38100"/>
                </a:cubicBezTo>
                <a:lnTo>
                  <a:pt x="4618741" y="38100"/>
                </a:lnTo>
                <a:cubicBezTo>
                  <a:pt x="4439594" y="38100"/>
                  <a:pt x="4294366" y="183328"/>
                  <a:pt x="4294366" y="362475"/>
                </a:cubicBezTo>
                <a:lnTo>
                  <a:pt x="4294366" y="6057900"/>
                </a:lnTo>
                <a:lnTo>
                  <a:pt x="4265214" y="6057900"/>
                </a:lnTo>
                <a:lnTo>
                  <a:pt x="4265214" y="2315698"/>
                </a:lnTo>
                <a:cubicBezTo>
                  <a:pt x="4265214" y="2139830"/>
                  <a:pt x="4122645" y="1997261"/>
                  <a:pt x="3946777" y="1997261"/>
                </a:cubicBezTo>
                <a:lnTo>
                  <a:pt x="0" y="1997261"/>
                </a:lnTo>
                <a:lnTo>
                  <a:pt x="0" y="1959162"/>
                </a:lnTo>
                <a:lnTo>
                  <a:pt x="4059814" y="1959162"/>
                </a:lnTo>
                <a:cubicBezTo>
                  <a:pt x="4173253" y="1959162"/>
                  <a:pt x="4265214" y="1867200"/>
                  <a:pt x="4265214" y="1753762"/>
                </a:cubicBezTo>
                <a:lnTo>
                  <a:pt x="4265214" y="243500"/>
                </a:lnTo>
                <a:cubicBezTo>
                  <a:pt x="4265214" y="130061"/>
                  <a:pt x="4173253" y="38100"/>
                  <a:pt x="4059814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1"/>
          <p:cNvSpPr txBox="1"/>
          <p:nvPr>
            <p:ph idx="1" type="subTitle"/>
          </p:nvPr>
        </p:nvSpPr>
        <p:spPr>
          <a:xfrm>
            <a:off x="4648199" y="1787335"/>
            <a:ext cx="1755802" cy="844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0" name="Google Shape;300;p71"/>
          <p:cNvSpPr txBox="1"/>
          <p:nvPr>
            <p:ph idx="2" type="body"/>
          </p:nvPr>
        </p:nvSpPr>
        <p:spPr>
          <a:xfrm>
            <a:off x="334963" y="1095375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1" name="Google Shape;301;p71"/>
          <p:cNvSpPr txBox="1"/>
          <p:nvPr>
            <p:ph idx="3" type="body"/>
          </p:nvPr>
        </p:nvSpPr>
        <p:spPr>
          <a:xfrm>
            <a:off x="4648200" y="1095375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p71"/>
          <p:cNvSpPr txBox="1"/>
          <p:nvPr>
            <p:ph idx="4" type="body"/>
          </p:nvPr>
        </p:nvSpPr>
        <p:spPr>
          <a:xfrm>
            <a:off x="4648200" y="2833167"/>
            <a:ext cx="17557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p71"/>
          <p:cNvSpPr txBox="1"/>
          <p:nvPr>
            <p:ph idx="5" type="body"/>
          </p:nvPr>
        </p:nvSpPr>
        <p:spPr>
          <a:xfrm>
            <a:off x="4648200" y="3522142"/>
            <a:ext cx="1747838" cy="8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71"/>
          <p:cNvSpPr txBox="1"/>
          <p:nvPr>
            <p:ph idx="6" type="body"/>
          </p:nvPr>
        </p:nvSpPr>
        <p:spPr>
          <a:xfrm>
            <a:off x="4640263" y="4551901"/>
            <a:ext cx="174783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71"/>
          <p:cNvSpPr txBox="1"/>
          <p:nvPr>
            <p:ph idx="7" type="body"/>
          </p:nvPr>
        </p:nvSpPr>
        <p:spPr>
          <a:xfrm>
            <a:off x="4648200" y="5265032"/>
            <a:ext cx="17399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71"/>
          <p:cNvSpPr/>
          <p:nvPr>
            <p:ph idx="8" type="pic"/>
          </p:nvPr>
        </p:nvSpPr>
        <p:spPr>
          <a:xfrm>
            <a:off x="6800850" y="838200"/>
            <a:ext cx="5391150" cy="60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7" name="Google Shape;307;p71"/>
          <p:cNvSpPr/>
          <p:nvPr>
            <p:ph idx="9" type="pic"/>
          </p:nvPr>
        </p:nvSpPr>
        <p:spPr>
          <a:xfrm>
            <a:off x="0" y="2771774"/>
            <a:ext cx="4265216" cy="40862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рисунка бирюзовый фон">
  <p:cSld name="2 рисунка бирюзовый фон">
    <p:bg>
      <p:bgPr>
        <a:solidFill>
          <a:schemeClr val="dk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2"/>
          <p:cNvSpPr/>
          <p:nvPr>
            <p:ph idx="2" type="pic"/>
          </p:nvPr>
        </p:nvSpPr>
        <p:spPr>
          <a:xfrm>
            <a:off x="4296474" y="898634"/>
            <a:ext cx="7895525" cy="595936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72"/>
          <p:cNvSpPr/>
          <p:nvPr/>
        </p:nvSpPr>
        <p:spPr>
          <a:xfrm>
            <a:off x="136" y="945930"/>
            <a:ext cx="4280709" cy="2033489"/>
          </a:xfrm>
          <a:custGeom>
            <a:rect b="b" l="l" r="r" t="t"/>
            <a:pathLst>
              <a:path extrusionOk="0" h="2179320" w="4280844">
                <a:moveTo>
                  <a:pt x="0" y="0"/>
                </a:moveTo>
                <a:lnTo>
                  <a:pt x="4081153" y="0"/>
                </a:lnTo>
                <a:cubicBezTo>
                  <a:pt x="4191439" y="0"/>
                  <a:pt x="4280844" y="89405"/>
                  <a:pt x="4280844" y="199691"/>
                </a:cubicBezTo>
                <a:lnTo>
                  <a:pt x="4280844" y="1979629"/>
                </a:lnTo>
                <a:cubicBezTo>
                  <a:pt x="4280844" y="2089915"/>
                  <a:pt x="4191439" y="2179320"/>
                  <a:pt x="4081153" y="2179320"/>
                </a:cubicBezTo>
                <a:lnTo>
                  <a:pt x="0" y="217932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2"/>
          <p:cNvSpPr txBox="1"/>
          <p:nvPr>
            <p:ph idx="1" type="body"/>
          </p:nvPr>
        </p:nvSpPr>
        <p:spPr>
          <a:xfrm>
            <a:off x="334963" y="1296881"/>
            <a:ext cx="35115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2" name="Google Shape;312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7804" y="171114"/>
            <a:ext cx="1328274" cy="48815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72"/>
          <p:cNvSpPr/>
          <p:nvPr/>
        </p:nvSpPr>
        <p:spPr>
          <a:xfrm>
            <a:off x="136" y="2979419"/>
            <a:ext cx="4280709" cy="2033489"/>
          </a:xfrm>
          <a:custGeom>
            <a:rect b="b" l="l" r="r" t="t"/>
            <a:pathLst>
              <a:path extrusionOk="0" h="2179320" w="4280844">
                <a:moveTo>
                  <a:pt x="0" y="0"/>
                </a:moveTo>
                <a:lnTo>
                  <a:pt x="4081153" y="0"/>
                </a:lnTo>
                <a:cubicBezTo>
                  <a:pt x="4191439" y="0"/>
                  <a:pt x="4280844" y="89405"/>
                  <a:pt x="4280844" y="199691"/>
                </a:cubicBezTo>
                <a:lnTo>
                  <a:pt x="4280844" y="1979629"/>
                </a:lnTo>
                <a:cubicBezTo>
                  <a:pt x="4280844" y="2089915"/>
                  <a:pt x="4191439" y="2179320"/>
                  <a:pt x="4081153" y="2179320"/>
                </a:cubicBezTo>
                <a:lnTo>
                  <a:pt x="0" y="217932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2"/>
          <p:cNvSpPr/>
          <p:nvPr/>
        </p:nvSpPr>
        <p:spPr>
          <a:xfrm>
            <a:off x="0" y="5012909"/>
            <a:ext cx="4280709" cy="1845092"/>
          </a:xfrm>
          <a:custGeom>
            <a:rect b="b" l="l" r="r" t="t"/>
            <a:pathLst>
              <a:path extrusionOk="0" h="2179320" w="4280844">
                <a:moveTo>
                  <a:pt x="0" y="0"/>
                </a:moveTo>
                <a:lnTo>
                  <a:pt x="4081153" y="0"/>
                </a:lnTo>
                <a:cubicBezTo>
                  <a:pt x="4191439" y="0"/>
                  <a:pt x="4280844" y="89405"/>
                  <a:pt x="4280844" y="199691"/>
                </a:cubicBezTo>
                <a:lnTo>
                  <a:pt x="4280844" y="1979629"/>
                </a:lnTo>
                <a:cubicBezTo>
                  <a:pt x="4280844" y="2089915"/>
                  <a:pt x="4191439" y="2179320"/>
                  <a:pt x="4081153" y="2179320"/>
                </a:cubicBezTo>
                <a:lnTo>
                  <a:pt x="0" y="2179320"/>
                </a:lnTo>
                <a:close/>
              </a:path>
            </a:pathLst>
          </a:cu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рисунка диаграмма">
  <p:cSld name="2 рисунка диаграмма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3"/>
          <p:cNvSpPr txBox="1"/>
          <p:nvPr>
            <p:ph idx="1" type="subTitle"/>
          </p:nvPr>
        </p:nvSpPr>
        <p:spPr>
          <a:xfrm>
            <a:off x="514303" y="4582328"/>
            <a:ext cx="2446391" cy="1180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7" name="Google Shape;317;p73"/>
          <p:cNvSpPr txBox="1"/>
          <p:nvPr>
            <p:ph idx="2" type="body"/>
          </p:nvPr>
        </p:nvSpPr>
        <p:spPr>
          <a:xfrm>
            <a:off x="4340198" y="1109148"/>
            <a:ext cx="3511603" cy="1615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8" name="Google Shape;318;p73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8376937" y="38100"/>
                </a:lnTo>
                <a:cubicBezTo>
                  <a:pt x="8256041" y="38100"/>
                  <a:pt x="8158035" y="136106"/>
                  <a:pt x="8158035" y="257002"/>
                </a:cubicBezTo>
                <a:lnTo>
                  <a:pt x="8158035" y="6057900"/>
                </a:lnTo>
                <a:lnTo>
                  <a:pt x="8126232" y="6057900"/>
                </a:lnTo>
                <a:lnTo>
                  <a:pt x="8126232" y="245752"/>
                </a:lnTo>
                <a:cubicBezTo>
                  <a:pt x="8126232" y="131069"/>
                  <a:pt x="8033263" y="38100"/>
                  <a:pt x="7918580" y="38100"/>
                </a:cubicBezTo>
                <a:lnTo>
                  <a:pt x="4273418" y="38100"/>
                </a:lnTo>
                <a:cubicBezTo>
                  <a:pt x="4158735" y="38100"/>
                  <a:pt x="4065767" y="131069"/>
                  <a:pt x="4065767" y="245752"/>
                </a:cubicBezTo>
                <a:lnTo>
                  <a:pt x="4065767" y="6057900"/>
                </a:lnTo>
                <a:lnTo>
                  <a:pt x="4036613" y="6057900"/>
                </a:lnTo>
                <a:lnTo>
                  <a:pt x="4036613" y="257138"/>
                </a:lnTo>
                <a:cubicBezTo>
                  <a:pt x="4036613" y="136167"/>
                  <a:pt x="3938546" y="38100"/>
                  <a:pt x="3817575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3"/>
          <p:cNvSpPr/>
          <p:nvPr>
            <p:ph idx="3" type="chart"/>
          </p:nvPr>
        </p:nvSpPr>
        <p:spPr>
          <a:xfrm>
            <a:off x="4368813" y="3429000"/>
            <a:ext cx="3482988" cy="3168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0" name="Google Shape;320;p73"/>
          <p:cNvSpPr txBox="1"/>
          <p:nvPr>
            <p:ph type="ctrTitle"/>
          </p:nvPr>
        </p:nvSpPr>
        <p:spPr>
          <a:xfrm>
            <a:off x="82713" y="134035"/>
            <a:ext cx="10895342" cy="6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73"/>
          <p:cNvSpPr/>
          <p:nvPr>
            <p:ph idx="4" type="pic"/>
          </p:nvPr>
        </p:nvSpPr>
        <p:spPr>
          <a:xfrm>
            <a:off x="8153400" y="835818"/>
            <a:ext cx="4038600" cy="602218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22" name="Google Shape;322;p73"/>
          <p:cNvSpPr/>
          <p:nvPr/>
        </p:nvSpPr>
        <p:spPr>
          <a:xfrm>
            <a:off x="3729616" y="3719369"/>
            <a:ext cx="319579" cy="638461"/>
          </a:xfrm>
          <a:custGeom>
            <a:rect b="b" l="l" r="r" t="t"/>
            <a:pathLst>
              <a:path extrusionOk="0" h="638461" w="319579">
                <a:moveTo>
                  <a:pt x="0" y="319230"/>
                </a:moveTo>
                <a:lnTo>
                  <a:pt x="5" y="319231"/>
                </a:lnTo>
                <a:lnTo>
                  <a:pt x="0" y="319231"/>
                </a:lnTo>
                <a:close/>
                <a:moveTo>
                  <a:pt x="319579" y="0"/>
                </a:moveTo>
                <a:lnTo>
                  <a:pt x="319579" y="638461"/>
                </a:lnTo>
                <a:lnTo>
                  <a:pt x="313125" y="574434"/>
                </a:lnTo>
                <a:cubicBezTo>
                  <a:pt x="287579" y="449596"/>
                  <a:pt x="189252" y="351269"/>
                  <a:pt x="64414" y="325724"/>
                </a:cubicBezTo>
                <a:lnTo>
                  <a:pt x="5" y="319231"/>
                </a:lnTo>
                <a:lnTo>
                  <a:pt x="64414" y="312738"/>
                </a:lnTo>
                <a:cubicBezTo>
                  <a:pt x="189252" y="287192"/>
                  <a:pt x="287579" y="188865"/>
                  <a:pt x="313125" y="64027"/>
                </a:cubicBez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3"/>
          <p:cNvSpPr txBox="1"/>
          <p:nvPr>
            <p:ph idx="5" type="body"/>
          </p:nvPr>
        </p:nvSpPr>
        <p:spPr>
          <a:xfrm>
            <a:off x="334962" y="2583646"/>
            <a:ext cx="106521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4" name="Google Shape;324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51018" y="134035"/>
            <a:ext cx="1328274" cy="488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73"/>
          <p:cNvSpPr txBox="1"/>
          <p:nvPr/>
        </p:nvSpPr>
        <p:spPr>
          <a:xfrm>
            <a:off x="1552575" y="2736046"/>
            <a:ext cx="2446391" cy="1180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0" lang="ru-RU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Вставить текст</a:t>
            </a:r>
            <a:endParaRPr b="0" sz="105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6" name="Google Shape;326;p73"/>
          <p:cNvSpPr txBox="1"/>
          <p:nvPr/>
        </p:nvSpPr>
        <p:spPr>
          <a:xfrm>
            <a:off x="259803" y="1109148"/>
            <a:ext cx="2446391" cy="1180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0" lang="ru-RU" sz="105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Вставить текст</a:t>
            </a:r>
            <a:endParaRPr b="0" sz="105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рисунка текст">
  <p:cSld name="2 рисунка текст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4"/>
          <p:cNvSpPr txBox="1"/>
          <p:nvPr>
            <p:ph idx="1" type="body"/>
          </p:nvPr>
        </p:nvSpPr>
        <p:spPr>
          <a:xfrm>
            <a:off x="4812233" y="1526652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9" name="Google Shape;329;p74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8376937" y="38100"/>
                </a:lnTo>
                <a:cubicBezTo>
                  <a:pt x="8256041" y="38100"/>
                  <a:pt x="8158035" y="136106"/>
                  <a:pt x="8158035" y="257002"/>
                </a:cubicBezTo>
                <a:lnTo>
                  <a:pt x="8158035" y="6057900"/>
                </a:lnTo>
                <a:lnTo>
                  <a:pt x="8126232" y="6057900"/>
                </a:lnTo>
                <a:lnTo>
                  <a:pt x="8126232" y="245752"/>
                </a:lnTo>
                <a:cubicBezTo>
                  <a:pt x="8126232" y="131069"/>
                  <a:pt x="8033263" y="38100"/>
                  <a:pt x="7918580" y="38100"/>
                </a:cubicBezTo>
                <a:lnTo>
                  <a:pt x="4273418" y="38100"/>
                </a:lnTo>
                <a:cubicBezTo>
                  <a:pt x="4158735" y="38100"/>
                  <a:pt x="4065767" y="131069"/>
                  <a:pt x="4065767" y="245752"/>
                </a:cubicBezTo>
                <a:lnTo>
                  <a:pt x="4065767" y="6057900"/>
                </a:lnTo>
                <a:lnTo>
                  <a:pt x="4036613" y="6057900"/>
                </a:lnTo>
                <a:lnTo>
                  <a:pt x="4036613" y="257138"/>
                </a:lnTo>
                <a:cubicBezTo>
                  <a:pt x="4036613" y="136167"/>
                  <a:pt x="3938546" y="38100"/>
                  <a:pt x="3817575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4"/>
          <p:cNvSpPr txBox="1"/>
          <p:nvPr>
            <p:ph type="ctrTitle"/>
          </p:nvPr>
        </p:nvSpPr>
        <p:spPr>
          <a:xfrm>
            <a:off x="153139" y="140776"/>
            <a:ext cx="8670295" cy="542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74"/>
          <p:cNvSpPr/>
          <p:nvPr>
            <p:ph idx="2" type="pic"/>
          </p:nvPr>
        </p:nvSpPr>
        <p:spPr>
          <a:xfrm>
            <a:off x="8153400" y="835818"/>
            <a:ext cx="4038600" cy="602218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2" name="Google Shape;332;p74"/>
          <p:cNvSpPr/>
          <p:nvPr>
            <p:ph idx="3" type="pic"/>
          </p:nvPr>
        </p:nvSpPr>
        <p:spPr>
          <a:xfrm>
            <a:off x="0" y="2781300"/>
            <a:ext cx="4038600" cy="4076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3" name="Google Shape;333;p74"/>
          <p:cNvSpPr/>
          <p:nvPr/>
        </p:nvSpPr>
        <p:spPr>
          <a:xfrm>
            <a:off x="3719021" y="2462069"/>
            <a:ext cx="319579" cy="638461"/>
          </a:xfrm>
          <a:custGeom>
            <a:rect b="b" l="l" r="r" t="t"/>
            <a:pathLst>
              <a:path extrusionOk="0" h="638461" w="319579">
                <a:moveTo>
                  <a:pt x="0" y="319230"/>
                </a:moveTo>
                <a:lnTo>
                  <a:pt x="5" y="319231"/>
                </a:lnTo>
                <a:lnTo>
                  <a:pt x="0" y="319231"/>
                </a:lnTo>
                <a:close/>
                <a:moveTo>
                  <a:pt x="319579" y="0"/>
                </a:moveTo>
                <a:lnTo>
                  <a:pt x="319579" y="638461"/>
                </a:lnTo>
                <a:lnTo>
                  <a:pt x="313125" y="574434"/>
                </a:lnTo>
                <a:cubicBezTo>
                  <a:pt x="287579" y="449596"/>
                  <a:pt x="189252" y="351269"/>
                  <a:pt x="64414" y="325724"/>
                </a:cubicBezTo>
                <a:lnTo>
                  <a:pt x="5" y="319231"/>
                </a:lnTo>
                <a:lnTo>
                  <a:pt x="64414" y="312738"/>
                </a:lnTo>
                <a:cubicBezTo>
                  <a:pt x="189252" y="287192"/>
                  <a:pt x="287579" y="188865"/>
                  <a:pt x="313125" y="64027"/>
                </a:cubicBez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4"/>
          <p:cNvSpPr txBox="1"/>
          <p:nvPr>
            <p:ph idx="4" type="body"/>
          </p:nvPr>
        </p:nvSpPr>
        <p:spPr>
          <a:xfrm>
            <a:off x="4313727" y="1109148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74"/>
          <p:cNvSpPr txBox="1"/>
          <p:nvPr>
            <p:ph idx="5" type="body"/>
          </p:nvPr>
        </p:nvSpPr>
        <p:spPr>
          <a:xfrm>
            <a:off x="4805098" y="1109149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74"/>
          <p:cNvSpPr txBox="1"/>
          <p:nvPr>
            <p:ph idx="6" type="body"/>
          </p:nvPr>
        </p:nvSpPr>
        <p:spPr>
          <a:xfrm>
            <a:off x="4812233" y="2849031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74"/>
          <p:cNvSpPr txBox="1"/>
          <p:nvPr>
            <p:ph idx="7" type="body"/>
          </p:nvPr>
        </p:nvSpPr>
        <p:spPr>
          <a:xfrm>
            <a:off x="4313727" y="2431527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p74"/>
          <p:cNvSpPr txBox="1"/>
          <p:nvPr>
            <p:ph idx="8" type="body"/>
          </p:nvPr>
        </p:nvSpPr>
        <p:spPr>
          <a:xfrm>
            <a:off x="4805098" y="2431528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p74"/>
          <p:cNvSpPr txBox="1"/>
          <p:nvPr>
            <p:ph idx="9" type="body"/>
          </p:nvPr>
        </p:nvSpPr>
        <p:spPr>
          <a:xfrm>
            <a:off x="4812233" y="417141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0" name="Google Shape;340;p74"/>
          <p:cNvSpPr txBox="1"/>
          <p:nvPr>
            <p:ph idx="13" type="body"/>
          </p:nvPr>
        </p:nvSpPr>
        <p:spPr>
          <a:xfrm>
            <a:off x="4313727" y="3753906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74"/>
          <p:cNvSpPr txBox="1"/>
          <p:nvPr>
            <p:ph idx="14" type="body"/>
          </p:nvPr>
        </p:nvSpPr>
        <p:spPr>
          <a:xfrm>
            <a:off x="4805098" y="3753907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74"/>
          <p:cNvSpPr txBox="1"/>
          <p:nvPr>
            <p:ph idx="15" type="body"/>
          </p:nvPr>
        </p:nvSpPr>
        <p:spPr>
          <a:xfrm>
            <a:off x="4812233" y="5471059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74"/>
          <p:cNvSpPr txBox="1"/>
          <p:nvPr>
            <p:ph idx="16" type="body"/>
          </p:nvPr>
        </p:nvSpPr>
        <p:spPr>
          <a:xfrm>
            <a:off x="4313727" y="5053555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74"/>
          <p:cNvSpPr txBox="1"/>
          <p:nvPr>
            <p:ph idx="17" type="body"/>
          </p:nvPr>
        </p:nvSpPr>
        <p:spPr>
          <a:xfrm>
            <a:off x="4805098" y="5053556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5" name="Google Shape;345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41524" y="140776"/>
            <a:ext cx="1328274" cy="48816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74"/>
          <p:cNvSpPr txBox="1"/>
          <p:nvPr>
            <p:ph idx="18" type="body"/>
          </p:nvPr>
        </p:nvSpPr>
        <p:spPr>
          <a:xfrm>
            <a:off x="324316" y="113269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1 рисунок">
  <p:cSld name="Текст 1 рисунок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5"/>
          <p:cNvSpPr txBox="1"/>
          <p:nvPr>
            <p:ph idx="1" type="body"/>
          </p:nvPr>
        </p:nvSpPr>
        <p:spPr>
          <a:xfrm>
            <a:off x="4812233" y="1526652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p75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8376937" y="38100"/>
                </a:lnTo>
                <a:cubicBezTo>
                  <a:pt x="8256041" y="38100"/>
                  <a:pt x="8158035" y="136106"/>
                  <a:pt x="8158035" y="257002"/>
                </a:cubicBezTo>
                <a:lnTo>
                  <a:pt x="8158035" y="6057900"/>
                </a:lnTo>
                <a:lnTo>
                  <a:pt x="8126232" y="6057900"/>
                </a:lnTo>
                <a:lnTo>
                  <a:pt x="8126232" y="245752"/>
                </a:lnTo>
                <a:cubicBezTo>
                  <a:pt x="8126232" y="131069"/>
                  <a:pt x="8033263" y="38100"/>
                  <a:pt x="7918580" y="38100"/>
                </a:cubicBezTo>
                <a:lnTo>
                  <a:pt x="4273418" y="38100"/>
                </a:lnTo>
                <a:cubicBezTo>
                  <a:pt x="4158735" y="38100"/>
                  <a:pt x="4065767" y="131069"/>
                  <a:pt x="4065767" y="245752"/>
                </a:cubicBezTo>
                <a:lnTo>
                  <a:pt x="4065767" y="6057900"/>
                </a:lnTo>
                <a:lnTo>
                  <a:pt x="4036613" y="6057900"/>
                </a:lnTo>
                <a:lnTo>
                  <a:pt x="4036613" y="257138"/>
                </a:lnTo>
                <a:cubicBezTo>
                  <a:pt x="4036613" y="136167"/>
                  <a:pt x="3938546" y="38100"/>
                  <a:pt x="3817575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5"/>
          <p:cNvSpPr/>
          <p:nvPr>
            <p:ph idx="2" type="pic"/>
          </p:nvPr>
        </p:nvSpPr>
        <p:spPr>
          <a:xfrm>
            <a:off x="8153400" y="835818"/>
            <a:ext cx="4038600" cy="602218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1" name="Google Shape;351;p75"/>
          <p:cNvSpPr txBox="1"/>
          <p:nvPr>
            <p:ph idx="3" type="body"/>
          </p:nvPr>
        </p:nvSpPr>
        <p:spPr>
          <a:xfrm>
            <a:off x="4313727" y="1109148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2" name="Google Shape;352;p75"/>
          <p:cNvSpPr txBox="1"/>
          <p:nvPr>
            <p:ph idx="4" type="body"/>
          </p:nvPr>
        </p:nvSpPr>
        <p:spPr>
          <a:xfrm>
            <a:off x="4805098" y="1109149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75"/>
          <p:cNvSpPr txBox="1"/>
          <p:nvPr>
            <p:ph idx="5" type="body"/>
          </p:nvPr>
        </p:nvSpPr>
        <p:spPr>
          <a:xfrm>
            <a:off x="4812233" y="2849031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75"/>
          <p:cNvSpPr txBox="1"/>
          <p:nvPr>
            <p:ph idx="6" type="body"/>
          </p:nvPr>
        </p:nvSpPr>
        <p:spPr>
          <a:xfrm>
            <a:off x="4313727" y="2431527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p75"/>
          <p:cNvSpPr txBox="1"/>
          <p:nvPr>
            <p:ph idx="7" type="body"/>
          </p:nvPr>
        </p:nvSpPr>
        <p:spPr>
          <a:xfrm>
            <a:off x="4805098" y="2431528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p75"/>
          <p:cNvSpPr txBox="1"/>
          <p:nvPr>
            <p:ph idx="8" type="body"/>
          </p:nvPr>
        </p:nvSpPr>
        <p:spPr>
          <a:xfrm>
            <a:off x="4812233" y="417141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7" name="Google Shape;357;p75"/>
          <p:cNvSpPr txBox="1"/>
          <p:nvPr>
            <p:ph idx="9" type="body"/>
          </p:nvPr>
        </p:nvSpPr>
        <p:spPr>
          <a:xfrm>
            <a:off x="4313727" y="3753906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8" name="Google Shape;358;p75"/>
          <p:cNvSpPr txBox="1"/>
          <p:nvPr>
            <p:ph idx="13" type="body"/>
          </p:nvPr>
        </p:nvSpPr>
        <p:spPr>
          <a:xfrm>
            <a:off x="4805098" y="3753907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9" name="Google Shape;359;p75"/>
          <p:cNvSpPr txBox="1"/>
          <p:nvPr>
            <p:ph idx="14" type="body"/>
          </p:nvPr>
        </p:nvSpPr>
        <p:spPr>
          <a:xfrm>
            <a:off x="4812233" y="5471059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0" name="Google Shape;360;p75"/>
          <p:cNvSpPr txBox="1"/>
          <p:nvPr>
            <p:ph idx="15" type="body"/>
          </p:nvPr>
        </p:nvSpPr>
        <p:spPr>
          <a:xfrm>
            <a:off x="4313727" y="5053555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75"/>
          <p:cNvSpPr txBox="1"/>
          <p:nvPr>
            <p:ph idx="16" type="body"/>
          </p:nvPr>
        </p:nvSpPr>
        <p:spPr>
          <a:xfrm>
            <a:off x="4805098" y="5053556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2" name="Google Shape;362;p75"/>
          <p:cNvSpPr txBox="1"/>
          <p:nvPr>
            <p:ph idx="17" type="body"/>
          </p:nvPr>
        </p:nvSpPr>
        <p:spPr>
          <a:xfrm>
            <a:off x="833469" y="1526652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3" name="Google Shape;363;p75"/>
          <p:cNvSpPr txBox="1"/>
          <p:nvPr>
            <p:ph idx="18" type="body"/>
          </p:nvPr>
        </p:nvSpPr>
        <p:spPr>
          <a:xfrm>
            <a:off x="334963" y="1109148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75"/>
          <p:cNvSpPr txBox="1"/>
          <p:nvPr>
            <p:ph idx="19" type="body"/>
          </p:nvPr>
        </p:nvSpPr>
        <p:spPr>
          <a:xfrm>
            <a:off x="826334" y="1109149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75"/>
          <p:cNvSpPr txBox="1"/>
          <p:nvPr>
            <p:ph idx="20" type="body"/>
          </p:nvPr>
        </p:nvSpPr>
        <p:spPr>
          <a:xfrm>
            <a:off x="833469" y="2849031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75"/>
          <p:cNvSpPr txBox="1"/>
          <p:nvPr>
            <p:ph idx="21" type="body"/>
          </p:nvPr>
        </p:nvSpPr>
        <p:spPr>
          <a:xfrm>
            <a:off x="334963" y="2431527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75"/>
          <p:cNvSpPr txBox="1"/>
          <p:nvPr>
            <p:ph idx="22" type="body"/>
          </p:nvPr>
        </p:nvSpPr>
        <p:spPr>
          <a:xfrm>
            <a:off x="826334" y="2431528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8" name="Google Shape;368;p75"/>
          <p:cNvSpPr txBox="1"/>
          <p:nvPr>
            <p:ph idx="23" type="body"/>
          </p:nvPr>
        </p:nvSpPr>
        <p:spPr>
          <a:xfrm>
            <a:off x="833469" y="417141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75"/>
          <p:cNvSpPr txBox="1"/>
          <p:nvPr>
            <p:ph idx="24" type="body"/>
          </p:nvPr>
        </p:nvSpPr>
        <p:spPr>
          <a:xfrm>
            <a:off x="334963" y="3753906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75"/>
          <p:cNvSpPr txBox="1"/>
          <p:nvPr>
            <p:ph idx="25" type="body"/>
          </p:nvPr>
        </p:nvSpPr>
        <p:spPr>
          <a:xfrm>
            <a:off x="826334" y="3753907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p75"/>
          <p:cNvSpPr txBox="1"/>
          <p:nvPr>
            <p:ph idx="26" type="body"/>
          </p:nvPr>
        </p:nvSpPr>
        <p:spPr>
          <a:xfrm>
            <a:off x="833469" y="5471059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2" name="Google Shape;372;p75"/>
          <p:cNvSpPr txBox="1"/>
          <p:nvPr>
            <p:ph idx="27" type="body"/>
          </p:nvPr>
        </p:nvSpPr>
        <p:spPr>
          <a:xfrm>
            <a:off x="334963" y="5053555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3" name="Google Shape;373;p75"/>
          <p:cNvSpPr txBox="1"/>
          <p:nvPr>
            <p:ph idx="28" type="body"/>
          </p:nvPr>
        </p:nvSpPr>
        <p:spPr>
          <a:xfrm>
            <a:off x="826334" y="5053556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74" name="Google Shape;37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93061" y="177779"/>
            <a:ext cx="1328274" cy="488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75"/>
          <p:cNvSpPr txBox="1"/>
          <p:nvPr>
            <p:ph idx="29" type="body"/>
          </p:nvPr>
        </p:nvSpPr>
        <p:spPr>
          <a:xfrm>
            <a:off x="148416" y="177779"/>
            <a:ext cx="7703385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бирюзовый фон">
  <p:cSld name="3_Титульный слайд бирюзовый фон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11308715" w="20104100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4ABF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6"/>
          <p:cNvSpPr txBox="1"/>
          <p:nvPr>
            <p:ph type="ctrTitle"/>
          </p:nvPr>
        </p:nvSpPr>
        <p:spPr>
          <a:xfrm>
            <a:off x="1513490" y="1568613"/>
            <a:ext cx="10263352" cy="3224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76"/>
          <p:cNvSpPr txBox="1"/>
          <p:nvPr>
            <p:ph idx="1" type="subTitle"/>
          </p:nvPr>
        </p:nvSpPr>
        <p:spPr>
          <a:xfrm>
            <a:off x="9063804" y="5399634"/>
            <a:ext cx="2713038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 бирюзовый фон">
  <p:cSld name="4_Титульный слайд бирюзовый фон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7"/>
          <p:cNvSpPr/>
          <p:nvPr/>
        </p:nvSpPr>
        <p:spPr>
          <a:xfrm>
            <a:off x="0" y="1"/>
            <a:ext cx="12192000" cy="6858000"/>
          </a:xfrm>
          <a:custGeom>
            <a:rect b="b" l="l" r="r" t="t"/>
            <a:pathLst>
              <a:path extrusionOk="0" h="11308715" w="20104100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4ABF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7"/>
          <p:cNvSpPr txBox="1"/>
          <p:nvPr>
            <p:ph type="ctrTitle"/>
          </p:nvPr>
        </p:nvSpPr>
        <p:spPr>
          <a:xfrm>
            <a:off x="334962" y="5173662"/>
            <a:ext cx="8199437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77"/>
          <p:cNvSpPr txBox="1"/>
          <p:nvPr>
            <p:ph idx="1" type="subTitle"/>
          </p:nvPr>
        </p:nvSpPr>
        <p:spPr>
          <a:xfrm>
            <a:off x="9144000" y="5875200"/>
            <a:ext cx="2713038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4" name="Google Shape;384;p77"/>
          <p:cNvSpPr/>
          <p:nvPr>
            <p:ph idx="2" type="pic"/>
          </p:nvPr>
        </p:nvSpPr>
        <p:spPr>
          <a:xfrm>
            <a:off x="0" y="840315"/>
            <a:ext cx="6096000" cy="41079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85" name="Google Shape;385;p77"/>
          <p:cNvSpPr/>
          <p:nvPr>
            <p:ph idx="3" type="pic"/>
          </p:nvPr>
        </p:nvSpPr>
        <p:spPr>
          <a:xfrm>
            <a:off x="6096000" y="840315"/>
            <a:ext cx="6096000" cy="41079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386" name="Google Shape;386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бирюзовый фон">
  <p:cSld name="2_Титульный слайд бирюзовый фон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8"/>
          <p:cNvSpPr/>
          <p:nvPr/>
        </p:nvSpPr>
        <p:spPr>
          <a:xfrm>
            <a:off x="0" y="13084"/>
            <a:ext cx="12192000" cy="6858000"/>
          </a:xfrm>
          <a:custGeom>
            <a:rect b="b" l="l" r="r" t="t"/>
            <a:pathLst>
              <a:path extrusionOk="0" h="11308715" w="20104100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4ABF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8"/>
          <p:cNvSpPr txBox="1"/>
          <p:nvPr>
            <p:ph type="ctrTitle"/>
          </p:nvPr>
        </p:nvSpPr>
        <p:spPr>
          <a:xfrm>
            <a:off x="6527300" y="1568613"/>
            <a:ext cx="5249542" cy="3224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78"/>
          <p:cNvSpPr txBox="1"/>
          <p:nvPr>
            <p:ph idx="1" type="subTitle"/>
          </p:nvPr>
        </p:nvSpPr>
        <p:spPr>
          <a:xfrm>
            <a:off x="9144000" y="5173662"/>
            <a:ext cx="2713038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1" name="Google Shape;391;p78"/>
          <p:cNvSpPr/>
          <p:nvPr>
            <p:ph idx="2" type="pic"/>
          </p:nvPr>
        </p:nvSpPr>
        <p:spPr>
          <a:xfrm>
            <a:off x="0" y="840315"/>
            <a:ext cx="6096000" cy="601768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белый фон">
  <p:cSld name="2_Титульный слайд белый фон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9"/>
          <p:cNvSpPr txBox="1"/>
          <p:nvPr>
            <p:ph type="ctrTitle"/>
          </p:nvPr>
        </p:nvSpPr>
        <p:spPr>
          <a:xfrm>
            <a:off x="334962" y="5173662"/>
            <a:ext cx="8199437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79"/>
          <p:cNvSpPr txBox="1"/>
          <p:nvPr>
            <p:ph idx="1" type="subTitle"/>
          </p:nvPr>
        </p:nvSpPr>
        <p:spPr>
          <a:xfrm>
            <a:off x="9144000" y="5173662"/>
            <a:ext cx="2713038" cy="904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0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5" name="Google Shape;395;p79"/>
          <p:cNvSpPr txBox="1"/>
          <p:nvPr/>
        </p:nvSpPr>
        <p:spPr>
          <a:xfrm>
            <a:off x="10627018" y="6078014"/>
            <a:ext cx="1230020" cy="522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2026 </a:t>
            </a:r>
            <a:endParaRPr/>
          </a:p>
        </p:txBody>
      </p:sp>
      <p:sp>
        <p:nvSpPr>
          <p:cNvPr id="396" name="Google Shape;396;p79"/>
          <p:cNvSpPr/>
          <p:nvPr>
            <p:ph idx="2" type="pic"/>
          </p:nvPr>
        </p:nvSpPr>
        <p:spPr>
          <a:xfrm>
            <a:off x="0" y="840315"/>
            <a:ext cx="6096000" cy="41079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97" name="Google Shape;397;p79"/>
          <p:cNvSpPr/>
          <p:nvPr>
            <p:ph idx="3" type="pic"/>
          </p:nvPr>
        </p:nvSpPr>
        <p:spPr>
          <a:xfrm>
            <a:off x="6096000" y="840315"/>
            <a:ext cx="6096000" cy="41079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398" name="Google Shape;39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-разделитель бирюзовый">
  <p:cSld name="Слайд-разделитель бирюзовый">
    <p:bg>
      <p:bgPr>
        <a:solidFill>
          <a:schemeClr val="dk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0"/>
          <p:cNvSpPr/>
          <p:nvPr>
            <p:ph idx="2" type="pic"/>
          </p:nvPr>
        </p:nvSpPr>
        <p:spPr>
          <a:xfrm>
            <a:off x="6263906" y="0"/>
            <a:ext cx="59280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01" name="Google Shape;401;p80"/>
          <p:cNvSpPr txBox="1"/>
          <p:nvPr>
            <p:ph type="ctrTitle"/>
          </p:nvPr>
        </p:nvSpPr>
        <p:spPr>
          <a:xfrm>
            <a:off x="334962" y="1408284"/>
            <a:ext cx="11180763" cy="202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ektur"/>
              <a:buNone/>
              <a:defRPr sz="72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80"/>
          <p:cNvSpPr txBox="1"/>
          <p:nvPr>
            <p:ph idx="1" type="subTitle"/>
          </p:nvPr>
        </p:nvSpPr>
        <p:spPr>
          <a:xfrm>
            <a:off x="334962" y="3600451"/>
            <a:ext cx="5761038" cy="1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3" name="Google Shape;403;p80"/>
          <p:cNvSpPr txBox="1"/>
          <p:nvPr>
            <p:ph idx="3" type="body"/>
          </p:nvPr>
        </p:nvSpPr>
        <p:spPr>
          <a:xfrm>
            <a:off x="3181351" y="5467350"/>
            <a:ext cx="29146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04" name="Google Shape;404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2" y="176077"/>
            <a:ext cx="2080463" cy="76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-разделитель бирюзовый">
  <p:cSld name="1_Слайд-разделитель бирюзовый">
    <p:bg>
      <p:bgPr>
        <a:solidFill>
          <a:schemeClr val="dk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/>
          <p:nvPr>
            <p:ph type="ctrTitle"/>
          </p:nvPr>
        </p:nvSpPr>
        <p:spPr>
          <a:xfrm>
            <a:off x="334962" y="1728850"/>
            <a:ext cx="11180763" cy="202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ektur"/>
              <a:buNone/>
              <a:defRPr sz="720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81"/>
          <p:cNvSpPr txBox="1"/>
          <p:nvPr>
            <p:ph idx="1" type="subTitle"/>
          </p:nvPr>
        </p:nvSpPr>
        <p:spPr>
          <a:xfrm>
            <a:off x="334962" y="3952548"/>
            <a:ext cx="5761038" cy="1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8" name="Google Shape;408;p81"/>
          <p:cNvSpPr txBox="1"/>
          <p:nvPr>
            <p:ph idx="2" type="body"/>
          </p:nvPr>
        </p:nvSpPr>
        <p:spPr>
          <a:xfrm>
            <a:off x="6043448" y="5582964"/>
            <a:ext cx="547227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09" name="Google Shape;40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103" y="354753"/>
            <a:ext cx="2864637" cy="1053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-разделитель белый">
  <p:cSld name="Слайд-разделитель белый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/>
          <p:nvPr>
            <p:ph idx="2" type="pic"/>
          </p:nvPr>
        </p:nvSpPr>
        <p:spPr>
          <a:xfrm>
            <a:off x="6263906" y="0"/>
            <a:ext cx="59280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12" name="Google Shape;412;p82"/>
          <p:cNvSpPr txBox="1"/>
          <p:nvPr>
            <p:ph type="ctrTitle"/>
          </p:nvPr>
        </p:nvSpPr>
        <p:spPr>
          <a:xfrm>
            <a:off x="334962" y="1408284"/>
            <a:ext cx="11171238" cy="202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7200"/>
              <a:buFont typeface="Tektur"/>
              <a:buNone/>
              <a:defRPr sz="7200">
                <a:solidFill>
                  <a:srgbClr val="171717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82"/>
          <p:cNvSpPr txBox="1"/>
          <p:nvPr>
            <p:ph idx="1" type="subTitle"/>
          </p:nvPr>
        </p:nvSpPr>
        <p:spPr>
          <a:xfrm>
            <a:off x="334962" y="3600451"/>
            <a:ext cx="5761038" cy="1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2800"/>
              <a:buNone/>
              <a:defRPr b="0" sz="2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4" name="Google Shape;414;p82"/>
          <p:cNvSpPr txBox="1"/>
          <p:nvPr>
            <p:ph idx="3" type="body"/>
          </p:nvPr>
        </p:nvSpPr>
        <p:spPr>
          <a:xfrm>
            <a:off x="3590925" y="5467350"/>
            <a:ext cx="250507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717"/>
              </a:buClr>
              <a:buSzPts val="1400"/>
              <a:buNone/>
              <a:defRPr b="0" sz="1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15" name="Google Shape;415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63" y="176077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лупа">
  <p:cSld name="Слайд лупа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83"/>
          <p:cNvPicPr preferRelativeResize="0"/>
          <p:nvPr/>
        </p:nvPicPr>
        <p:blipFill rotWithShape="1">
          <a:blip r:embed="rId2">
            <a:alphaModFix/>
          </a:blip>
          <a:srcRect b="4861" l="0" r="5428" t="0"/>
          <a:stretch/>
        </p:blipFill>
        <p:spPr>
          <a:xfrm>
            <a:off x="7400925" y="2348377"/>
            <a:ext cx="4791075" cy="452266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83"/>
          <p:cNvSpPr/>
          <p:nvPr/>
        </p:nvSpPr>
        <p:spPr>
          <a:xfrm>
            <a:off x="11158537" y="225425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9" name="Google Shape;419;p83"/>
          <p:cNvSpPr txBox="1"/>
          <p:nvPr>
            <p:ph idx="1" type="subTitle"/>
          </p:nvPr>
        </p:nvSpPr>
        <p:spPr>
          <a:xfrm>
            <a:off x="334962" y="3385003"/>
            <a:ext cx="5761037" cy="11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0" name="Google Shape;420;p83"/>
          <p:cNvSpPr txBox="1"/>
          <p:nvPr>
            <p:ph idx="2" type="body"/>
          </p:nvPr>
        </p:nvSpPr>
        <p:spPr>
          <a:xfrm>
            <a:off x="4340199" y="5276850"/>
            <a:ext cx="1755802" cy="135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0" sz="105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83"/>
          <p:cNvSpPr txBox="1"/>
          <p:nvPr>
            <p:ph type="ctrTitle"/>
          </p:nvPr>
        </p:nvSpPr>
        <p:spPr>
          <a:xfrm>
            <a:off x="334962" y="903680"/>
            <a:ext cx="8199437" cy="1849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ektur"/>
              <a:buNone/>
              <a:defRPr sz="72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83"/>
          <p:cNvSpPr/>
          <p:nvPr>
            <p:ph idx="3" type="pic"/>
          </p:nvPr>
        </p:nvSpPr>
        <p:spPr>
          <a:xfrm>
            <a:off x="7686675" y="2619375"/>
            <a:ext cx="3629025" cy="3629025"/>
          </a:xfrm>
          <a:prstGeom prst="flowChartConnector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423" name="Google Shape;42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63" y="176077"/>
            <a:ext cx="1328274" cy="4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Раздел фото">
  <p:cSld name="4_Раздел фото">
    <p:bg>
      <p:bgPr>
        <a:solidFill>
          <a:schemeClr val="dk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4"/>
          <p:cNvSpPr/>
          <p:nvPr>
            <p:ph idx="2" type="pic"/>
          </p:nvPr>
        </p:nvSpPr>
        <p:spPr>
          <a:xfrm>
            <a:off x="3562350" y="0"/>
            <a:ext cx="862965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6" name="Google Shape;426;p84"/>
          <p:cNvSpPr txBox="1"/>
          <p:nvPr>
            <p:ph type="ctrTitle"/>
          </p:nvPr>
        </p:nvSpPr>
        <p:spPr>
          <a:xfrm>
            <a:off x="4267200" y="3193161"/>
            <a:ext cx="7162799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84"/>
          <p:cNvSpPr/>
          <p:nvPr/>
        </p:nvSpPr>
        <p:spPr>
          <a:xfrm>
            <a:off x="11321448" y="6422309"/>
            <a:ext cx="698500" cy="292815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8" name="Google Shape;428;p84"/>
          <p:cNvSpPr txBox="1"/>
          <p:nvPr>
            <p:ph idx="1" type="body"/>
          </p:nvPr>
        </p:nvSpPr>
        <p:spPr>
          <a:xfrm>
            <a:off x="4267200" y="4650658"/>
            <a:ext cx="7162798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latin typeface="Tektur"/>
                <a:ea typeface="Tektur"/>
                <a:cs typeface="Tektur"/>
                <a:sym typeface="Tektur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latin typeface="Tektur"/>
                <a:ea typeface="Tektur"/>
                <a:cs typeface="Tektur"/>
                <a:sym typeface="Tektur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latin typeface="Tektur"/>
                <a:ea typeface="Tektur"/>
                <a:cs typeface="Tektur"/>
                <a:sym typeface="Tektur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latin typeface="Tektur"/>
                <a:ea typeface="Tektur"/>
                <a:cs typeface="Tektur"/>
                <a:sym typeface="Tektu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2 рисунка текст">
  <p:cSld name="1_2 рисунка текст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5"/>
          <p:cNvSpPr txBox="1"/>
          <p:nvPr>
            <p:ph idx="1" type="body"/>
          </p:nvPr>
        </p:nvSpPr>
        <p:spPr>
          <a:xfrm>
            <a:off x="4812233" y="1526652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1" name="Google Shape;431;p85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8376937" y="38100"/>
                </a:lnTo>
                <a:cubicBezTo>
                  <a:pt x="8256041" y="38100"/>
                  <a:pt x="8158035" y="136106"/>
                  <a:pt x="8158035" y="257002"/>
                </a:cubicBezTo>
                <a:lnTo>
                  <a:pt x="8158035" y="6057900"/>
                </a:lnTo>
                <a:lnTo>
                  <a:pt x="8126232" y="6057900"/>
                </a:lnTo>
                <a:lnTo>
                  <a:pt x="8126232" y="245752"/>
                </a:lnTo>
                <a:cubicBezTo>
                  <a:pt x="8126232" y="131069"/>
                  <a:pt x="8033263" y="38100"/>
                  <a:pt x="7918580" y="38100"/>
                </a:cubicBezTo>
                <a:lnTo>
                  <a:pt x="4273418" y="38100"/>
                </a:lnTo>
                <a:cubicBezTo>
                  <a:pt x="4158735" y="38100"/>
                  <a:pt x="4065767" y="131069"/>
                  <a:pt x="4065767" y="245752"/>
                </a:cubicBezTo>
                <a:lnTo>
                  <a:pt x="4065767" y="6057900"/>
                </a:lnTo>
                <a:lnTo>
                  <a:pt x="4036613" y="6057900"/>
                </a:lnTo>
                <a:lnTo>
                  <a:pt x="4036613" y="257138"/>
                </a:lnTo>
                <a:cubicBezTo>
                  <a:pt x="4036613" y="136167"/>
                  <a:pt x="3938546" y="38100"/>
                  <a:pt x="3817575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85"/>
          <p:cNvSpPr txBox="1"/>
          <p:nvPr>
            <p:ph type="ctrTitle"/>
          </p:nvPr>
        </p:nvSpPr>
        <p:spPr>
          <a:xfrm>
            <a:off x="153139" y="140776"/>
            <a:ext cx="11791868" cy="542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pc="0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85"/>
          <p:cNvSpPr txBox="1"/>
          <p:nvPr>
            <p:ph idx="2" type="body"/>
          </p:nvPr>
        </p:nvSpPr>
        <p:spPr>
          <a:xfrm>
            <a:off x="4313727" y="1109148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4" name="Google Shape;434;p85"/>
          <p:cNvSpPr txBox="1"/>
          <p:nvPr>
            <p:ph idx="3" type="body"/>
          </p:nvPr>
        </p:nvSpPr>
        <p:spPr>
          <a:xfrm>
            <a:off x="4805098" y="1109149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5" name="Google Shape;435;p85"/>
          <p:cNvSpPr txBox="1"/>
          <p:nvPr>
            <p:ph idx="4" type="body"/>
          </p:nvPr>
        </p:nvSpPr>
        <p:spPr>
          <a:xfrm>
            <a:off x="4812233" y="2849031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6" name="Google Shape;436;p85"/>
          <p:cNvSpPr txBox="1"/>
          <p:nvPr>
            <p:ph idx="5" type="body"/>
          </p:nvPr>
        </p:nvSpPr>
        <p:spPr>
          <a:xfrm>
            <a:off x="4313727" y="2431527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7" name="Google Shape;437;p85"/>
          <p:cNvSpPr txBox="1"/>
          <p:nvPr>
            <p:ph idx="6" type="body"/>
          </p:nvPr>
        </p:nvSpPr>
        <p:spPr>
          <a:xfrm>
            <a:off x="4805098" y="2431528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85"/>
          <p:cNvSpPr txBox="1"/>
          <p:nvPr>
            <p:ph idx="7" type="body"/>
          </p:nvPr>
        </p:nvSpPr>
        <p:spPr>
          <a:xfrm>
            <a:off x="4812233" y="417141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9" name="Google Shape;439;p85"/>
          <p:cNvSpPr txBox="1"/>
          <p:nvPr>
            <p:ph idx="8" type="body"/>
          </p:nvPr>
        </p:nvSpPr>
        <p:spPr>
          <a:xfrm>
            <a:off x="4313727" y="3753906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0" name="Google Shape;440;p85"/>
          <p:cNvSpPr txBox="1"/>
          <p:nvPr>
            <p:ph idx="9" type="body"/>
          </p:nvPr>
        </p:nvSpPr>
        <p:spPr>
          <a:xfrm>
            <a:off x="4805098" y="3753907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1" name="Google Shape;441;p85"/>
          <p:cNvSpPr txBox="1"/>
          <p:nvPr>
            <p:ph idx="13" type="body"/>
          </p:nvPr>
        </p:nvSpPr>
        <p:spPr>
          <a:xfrm>
            <a:off x="4812233" y="5471059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2" name="Google Shape;442;p85"/>
          <p:cNvSpPr txBox="1"/>
          <p:nvPr>
            <p:ph idx="14" type="body"/>
          </p:nvPr>
        </p:nvSpPr>
        <p:spPr>
          <a:xfrm>
            <a:off x="4313727" y="5053555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85"/>
          <p:cNvSpPr txBox="1"/>
          <p:nvPr>
            <p:ph idx="15" type="body"/>
          </p:nvPr>
        </p:nvSpPr>
        <p:spPr>
          <a:xfrm>
            <a:off x="4805098" y="5053556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4" name="Google Shape;444;p85"/>
          <p:cNvSpPr txBox="1"/>
          <p:nvPr>
            <p:ph idx="16" type="body"/>
          </p:nvPr>
        </p:nvSpPr>
        <p:spPr>
          <a:xfrm>
            <a:off x="324316" y="113269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екст 1 рисунок">
  <p:cSld name="1_Текст 1 рисунок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6"/>
          <p:cNvSpPr txBox="1"/>
          <p:nvPr>
            <p:ph idx="1" type="body"/>
          </p:nvPr>
        </p:nvSpPr>
        <p:spPr>
          <a:xfrm>
            <a:off x="4812233" y="1526652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7" name="Google Shape;447;p86"/>
          <p:cNvSpPr/>
          <p:nvPr/>
        </p:nvSpPr>
        <p:spPr>
          <a:xfrm>
            <a:off x="2" y="800100"/>
            <a:ext cx="12191999" cy="6057900"/>
          </a:xfrm>
          <a:custGeom>
            <a:rect b="b" l="l" r="r" t="t"/>
            <a:pathLst>
              <a:path extrusionOk="0" h="6057900" w="12191999">
                <a:moveTo>
                  <a:pt x="0" y="0"/>
                </a:moveTo>
                <a:lnTo>
                  <a:pt x="12191999" y="0"/>
                </a:lnTo>
                <a:lnTo>
                  <a:pt x="12191999" y="38100"/>
                </a:lnTo>
                <a:lnTo>
                  <a:pt x="8376937" y="38100"/>
                </a:lnTo>
                <a:cubicBezTo>
                  <a:pt x="8256041" y="38100"/>
                  <a:pt x="8158035" y="136106"/>
                  <a:pt x="8158035" y="257002"/>
                </a:cubicBezTo>
                <a:lnTo>
                  <a:pt x="8158035" y="6057900"/>
                </a:lnTo>
                <a:lnTo>
                  <a:pt x="8126232" y="6057900"/>
                </a:lnTo>
                <a:lnTo>
                  <a:pt x="8126232" y="245752"/>
                </a:lnTo>
                <a:cubicBezTo>
                  <a:pt x="8126232" y="131069"/>
                  <a:pt x="8033263" y="38100"/>
                  <a:pt x="7918580" y="38100"/>
                </a:cubicBezTo>
                <a:lnTo>
                  <a:pt x="4273418" y="38100"/>
                </a:lnTo>
                <a:cubicBezTo>
                  <a:pt x="4158735" y="38100"/>
                  <a:pt x="4065767" y="131069"/>
                  <a:pt x="4065767" y="245752"/>
                </a:cubicBezTo>
                <a:lnTo>
                  <a:pt x="4065767" y="6057900"/>
                </a:lnTo>
                <a:lnTo>
                  <a:pt x="4036613" y="6057900"/>
                </a:lnTo>
                <a:lnTo>
                  <a:pt x="4036613" y="257138"/>
                </a:lnTo>
                <a:cubicBezTo>
                  <a:pt x="4036613" y="136167"/>
                  <a:pt x="3938546" y="38100"/>
                  <a:pt x="3817575" y="38100"/>
                </a:cubicBezTo>
                <a:lnTo>
                  <a:pt x="0" y="381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86"/>
          <p:cNvSpPr/>
          <p:nvPr>
            <p:ph idx="2" type="pic"/>
          </p:nvPr>
        </p:nvSpPr>
        <p:spPr>
          <a:xfrm>
            <a:off x="8153400" y="835818"/>
            <a:ext cx="4038600" cy="602218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9" name="Google Shape;449;p86"/>
          <p:cNvSpPr txBox="1"/>
          <p:nvPr>
            <p:ph idx="3" type="body"/>
          </p:nvPr>
        </p:nvSpPr>
        <p:spPr>
          <a:xfrm>
            <a:off x="4313727" y="1109148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0" name="Google Shape;450;p86"/>
          <p:cNvSpPr txBox="1"/>
          <p:nvPr>
            <p:ph idx="4" type="body"/>
          </p:nvPr>
        </p:nvSpPr>
        <p:spPr>
          <a:xfrm>
            <a:off x="4805098" y="1109149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1" name="Google Shape;451;p86"/>
          <p:cNvSpPr txBox="1"/>
          <p:nvPr>
            <p:ph idx="5" type="body"/>
          </p:nvPr>
        </p:nvSpPr>
        <p:spPr>
          <a:xfrm>
            <a:off x="4812233" y="2849031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2" name="Google Shape;452;p86"/>
          <p:cNvSpPr txBox="1"/>
          <p:nvPr>
            <p:ph idx="6" type="body"/>
          </p:nvPr>
        </p:nvSpPr>
        <p:spPr>
          <a:xfrm>
            <a:off x="4313727" y="2431527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3" name="Google Shape;453;p86"/>
          <p:cNvSpPr txBox="1"/>
          <p:nvPr>
            <p:ph idx="7" type="body"/>
          </p:nvPr>
        </p:nvSpPr>
        <p:spPr>
          <a:xfrm>
            <a:off x="4805098" y="2431528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4" name="Google Shape;454;p86"/>
          <p:cNvSpPr txBox="1"/>
          <p:nvPr>
            <p:ph idx="8" type="body"/>
          </p:nvPr>
        </p:nvSpPr>
        <p:spPr>
          <a:xfrm>
            <a:off x="4812233" y="417141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5" name="Google Shape;455;p86"/>
          <p:cNvSpPr txBox="1"/>
          <p:nvPr>
            <p:ph idx="9" type="body"/>
          </p:nvPr>
        </p:nvSpPr>
        <p:spPr>
          <a:xfrm>
            <a:off x="4313727" y="3753906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6" name="Google Shape;456;p86"/>
          <p:cNvSpPr txBox="1"/>
          <p:nvPr>
            <p:ph idx="13" type="body"/>
          </p:nvPr>
        </p:nvSpPr>
        <p:spPr>
          <a:xfrm>
            <a:off x="4805098" y="3753907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7" name="Google Shape;457;p86"/>
          <p:cNvSpPr txBox="1"/>
          <p:nvPr>
            <p:ph idx="14" type="body"/>
          </p:nvPr>
        </p:nvSpPr>
        <p:spPr>
          <a:xfrm>
            <a:off x="4812233" y="5471059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8" name="Google Shape;458;p86"/>
          <p:cNvSpPr txBox="1"/>
          <p:nvPr>
            <p:ph idx="15" type="body"/>
          </p:nvPr>
        </p:nvSpPr>
        <p:spPr>
          <a:xfrm>
            <a:off x="4313727" y="5053555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86"/>
          <p:cNvSpPr txBox="1"/>
          <p:nvPr>
            <p:ph idx="16" type="body"/>
          </p:nvPr>
        </p:nvSpPr>
        <p:spPr>
          <a:xfrm>
            <a:off x="4805098" y="5053556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0" name="Google Shape;460;p86"/>
          <p:cNvSpPr txBox="1"/>
          <p:nvPr>
            <p:ph idx="17" type="body"/>
          </p:nvPr>
        </p:nvSpPr>
        <p:spPr>
          <a:xfrm>
            <a:off x="833469" y="1526652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86"/>
          <p:cNvSpPr txBox="1"/>
          <p:nvPr>
            <p:ph idx="18" type="body"/>
          </p:nvPr>
        </p:nvSpPr>
        <p:spPr>
          <a:xfrm>
            <a:off x="334963" y="1109148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2" name="Google Shape;462;p86"/>
          <p:cNvSpPr txBox="1"/>
          <p:nvPr>
            <p:ph idx="19" type="body"/>
          </p:nvPr>
        </p:nvSpPr>
        <p:spPr>
          <a:xfrm>
            <a:off x="826334" y="1109149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3" name="Google Shape;463;p86"/>
          <p:cNvSpPr txBox="1"/>
          <p:nvPr>
            <p:ph idx="20" type="body"/>
          </p:nvPr>
        </p:nvSpPr>
        <p:spPr>
          <a:xfrm>
            <a:off x="833469" y="2849031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4" name="Google Shape;464;p86"/>
          <p:cNvSpPr txBox="1"/>
          <p:nvPr>
            <p:ph idx="21" type="body"/>
          </p:nvPr>
        </p:nvSpPr>
        <p:spPr>
          <a:xfrm>
            <a:off x="334963" y="2431527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5" name="Google Shape;465;p86"/>
          <p:cNvSpPr txBox="1"/>
          <p:nvPr>
            <p:ph idx="22" type="body"/>
          </p:nvPr>
        </p:nvSpPr>
        <p:spPr>
          <a:xfrm>
            <a:off x="826334" y="2431528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6" name="Google Shape;466;p86"/>
          <p:cNvSpPr txBox="1"/>
          <p:nvPr>
            <p:ph idx="23" type="body"/>
          </p:nvPr>
        </p:nvSpPr>
        <p:spPr>
          <a:xfrm>
            <a:off x="833469" y="4171410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7" name="Google Shape;467;p86"/>
          <p:cNvSpPr txBox="1"/>
          <p:nvPr>
            <p:ph idx="24" type="body"/>
          </p:nvPr>
        </p:nvSpPr>
        <p:spPr>
          <a:xfrm>
            <a:off x="334963" y="3753906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8" name="Google Shape;468;p86"/>
          <p:cNvSpPr txBox="1"/>
          <p:nvPr>
            <p:ph idx="25" type="body"/>
          </p:nvPr>
        </p:nvSpPr>
        <p:spPr>
          <a:xfrm>
            <a:off x="826334" y="3753907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9" name="Google Shape;469;p86"/>
          <p:cNvSpPr txBox="1"/>
          <p:nvPr>
            <p:ph idx="26" type="body"/>
          </p:nvPr>
        </p:nvSpPr>
        <p:spPr>
          <a:xfrm>
            <a:off x="833469" y="5471059"/>
            <a:ext cx="3039568" cy="787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0" name="Google Shape;470;p86"/>
          <p:cNvSpPr txBox="1"/>
          <p:nvPr>
            <p:ph idx="27" type="body"/>
          </p:nvPr>
        </p:nvSpPr>
        <p:spPr>
          <a:xfrm>
            <a:off x="334963" y="5053555"/>
            <a:ext cx="49137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Tektur"/>
                <a:ea typeface="Tektur"/>
                <a:cs typeface="Tektur"/>
                <a:sym typeface="Tektu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1" name="Google Shape;471;p86"/>
          <p:cNvSpPr txBox="1"/>
          <p:nvPr>
            <p:ph idx="28" type="body"/>
          </p:nvPr>
        </p:nvSpPr>
        <p:spPr>
          <a:xfrm>
            <a:off x="826334" y="5053556"/>
            <a:ext cx="3046703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2" name="Google Shape;472;p86"/>
          <p:cNvSpPr txBox="1"/>
          <p:nvPr>
            <p:ph idx="29" type="body"/>
          </p:nvPr>
        </p:nvSpPr>
        <p:spPr>
          <a:xfrm>
            <a:off x="148416" y="177779"/>
            <a:ext cx="7703385" cy="300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4CCD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4CCD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4CCD9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"/>
          <p:cNvSpPr txBox="1"/>
          <p:nvPr>
            <p:ph type="ctrTitle"/>
          </p:nvPr>
        </p:nvSpPr>
        <p:spPr>
          <a:xfrm>
            <a:off x="334962" y="5173662"/>
            <a:ext cx="8199437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sz="3000" b="1">
                <a:solidFill>
                  <a:srgbClr val="171717"/>
                </a:solidFill>
                <a:latin typeface="Montserrat ExtraBold"/>
              </a:rPr>
              <a:t>Разбор срабатываний АБПВ: каждый факт с секундой и полем данных</a:t>
            </a:r>
            <a:endParaRPr/>
          </a:p>
        </p:txBody>
      </p:sp>
      <p:sp>
        <p:nvSpPr>
          <p:cNvPr id="478" name="Google Shape;478;p1"/>
          <p:cNvSpPr txBox="1"/>
          <p:nvPr>
            <p:ph idx="1" type="subTitle"/>
          </p:nvPr>
        </p:nvSpPr>
        <p:spPr>
          <a:xfrm>
            <a:off x="9144000" y="5173662"/>
            <a:ext cx="2713038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sz="1400" b="0">
                <a:solidFill>
                  <a:srgbClr val="171717"/>
                </a:solidFill>
                <a:latin typeface="Montserrat Medium"/>
              </a:rPr>
              <a:t>Кейс СПб ГУП</a:t>
            </a:r>
            <a:endParaRPr/>
          </a:p>
          <a:p>
            <a:pPr marL="0" indent="0" algn="r"/>
            <a:r>
              <a:rPr sz="1400" b="0">
                <a:solidFill>
                  <a:srgbClr val="171717"/>
                </a:solidFill>
                <a:latin typeface="Montserrat Medium"/>
              </a:rPr>
              <a:t>«Горэлектротранс»</a:t>
            </a:r>
          </a:p>
        </p:txBody>
      </p:sp>
      <p:pic>
        <p:nvPicPr>
          <p:cNvPr id="479" name="Google Shape;479;p1"/>
          <p:cNvPicPr preferRelativeResize="0"/>
          <p:nvPr/>
        </p:nvPicPr>
        <p:blipFill rotWithShape="1">
          <a:blip r:embed="rId3">
            <a:alphaModFix/>
          </a:blip>
          <a:srcRect b="0" l="1" r="-219" t="18936"/>
          <a:stretch/>
        </p:blipFill>
        <p:spPr>
          <a:xfrm>
            <a:off x="11663" y="989534"/>
            <a:ext cx="12199829" cy="40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58158"/>
                </a:solidFill>
                <a:latin typeface="Montserrat ExtraBold"/>
              </a:rPr>
              <a:t>Чтобы понять одно торможение, аналитик вручную сверяет два файла по времени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marL="0" indent="0">
              <a:spcBef>
                <a:spcPts val="400"/>
              </a:spcBef>
            </a:pPr>
            <a:r>
              <a:rPr sz="4000" b="1">
                <a:solidFill>
                  <a:srgbClr val="158158"/>
                </a:solidFill>
                <a:latin typeface="Montserrat ExtraBold"/>
              </a:rPr>
              <a:t>105 989</a:t>
            </a:r>
          </a:p>
          <a:p>
            <a:pPr marL="0" indent="0">
              <a:spcBef>
                <a:spcPts val="4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строк CSV: флаги 0/1, шаг до 5-7 с</a:t>
            </a:r>
          </a:p>
          <a:p>
            <a:pPr marL="0" indent="0">
              <a:spcBef>
                <a:spcPts val="400"/>
              </a:spcBef>
            </a:pPr>
            <a:r>
              <a:rPr sz="4000" b="1">
                <a:solidFill>
                  <a:srgbClr val="158158"/>
                </a:solidFill>
                <a:latin typeface="Montserrat ExtraBold"/>
              </a:rPr>
              <a:t>191 МБ</a:t>
            </a:r>
          </a:p>
          <a:p>
            <a:pPr marL="0" indent="0">
              <a:spcBef>
                <a:spcPts val="4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JSON с типом объекта, без видео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 marL="0" indent="0"/>
            <a:r>
              <a:rPr sz="1800" b="1">
                <a:solidFill>
                  <a:srgbClr val="171717"/>
                </a:solidFill>
                <a:latin typeface="Montserrat ExtraBold"/>
              </a:rPr>
              <a:t>Неделя одного вагона 7752</a:t>
            </a:r>
          </a:p>
        </p:txBody>
      </p:sp>
      <p:pic>
        <p:nvPicPr>
          <p:cNvPr id="5" name="Picture Placeholder 4" descr="p2_csv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21" b="21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58158"/>
                </a:solidFill>
                <a:latin typeface="Montserrat ExtraBold"/>
              </a:rPr>
              <a:t>Все 5 этапов ТЗ работают на 15 реальных поездках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2395728"/>
            <a:ext cx="2130552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400" b="0">
                <a:solidFill>
                  <a:srgbClr val="158158"/>
                </a:solidFill>
                <a:latin typeface="Tektur"/>
              </a:rPr>
              <a:t>1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Данные</a:t>
            </a:r>
          </a:p>
        </p:txBody>
      </p:sp>
      <p:pic>
        <p:nvPicPr>
          <p:cNvPr id="4" name="Picture 3" descr="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971800"/>
            <a:ext cx="2130552" cy="137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38328" y="4434840"/>
            <a:ext cx="21305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CSV + JSON склеены по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395728"/>
            <a:ext cx="2130552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400" b="0">
                <a:solidFill>
                  <a:srgbClr val="158158"/>
                </a:solidFill>
                <a:latin typeface="Tektur"/>
              </a:rPr>
              <a:t>2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Разбор</a:t>
            </a:r>
          </a:p>
        </p:txBody>
      </p:sp>
      <p:pic>
        <p:nvPicPr>
          <p:cNvPr id="7" name="Picture 6" descr="s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971800"/>
            <a:ext cx="2130552" cy="137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670048" y="4434840"/>
            <a:ext cx="21305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у каждого факта секунда и поле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1768" y="2395728"/>
            <a:ext cx="2130552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400" b="0">
                <a:solidFill>
                  <a:srgbClr val="158158"/>
                </a:solidFill>
                <a:latin typeface="Tektur"/>
              </a:rPr>
              <a:t>3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Дашборд</a:t>
            </a:r>
          </a:p>
        </p:txBody>
      </p:sp>
      <p:pic>
        <p:nvPicPr>
          <p:cNvPr id="10" name="Picture 9" descr="s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971800"/>
            <a:ext cx="2130552" cy="137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01768" y="4434840"/>
            <a:ext cx="21305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единый курсор времени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395728"/>
            <a:ext cx="2130552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400" b="0">
                <a:solidFill>
                  <a:srgbClr val="158158"/>
                </a:solidFill>
                <a:latin typeface="Tektur"/>
              </a:rPr>
              <a:t>4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2D</a:t>
            </a:r>
          </a:p>
        </p:txBody>
      </p:sp>
      <p:pic>
        <p:nvPicPr>
          <p:cNvPr id="13" name="Picture 12" descr="st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971800"/>
            <a:ext cx="2130552" cy="137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333488" y="4434840"/>
            <a:ext cx="21305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итог эпизода на сцене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65208" y="2395728"/>
            <a:ext cx="2130552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400" b="0">
                <a:solidFill>
                  <a:srgbClr val="158158"/>
                </a:solidFill>
                <a:latin typeface="Tektur"/>
              </a:rPr>
              <a:t>5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3D</a:t>
            </a:r>
          </a:p>
        </p:txBody>
      </p:sp>
      <p:pic>
        <p:nvPicPr>
          <p:cNvPr id="16" name="Picture 15" descr="st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2971800"/>
            <a:ext cx="2130552" cy="137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9665208" y="4434840"/>
            <a:ext cx="2130552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«Витязь-М» по записи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598932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1">
                <a:solidFill>
                  <a:srgbClr val="158158"/>
                </a:solidFill>
                <a:latin typeface="Montserrat ExtraBold"/>
              </a:rPr>
              <a:t>13 357</a:t>
            </a:r>
            <a:r>
              <a:rPr sz="1600" b="0">
                <a:solidFill>
                  <a:srgbClr val="171717"/>
                </a:solidFill>
                <a:latin typeface="Montserrat Medium"/>
              </a:rPr>
              <a:t> срабатываний найдено автоматически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marL="0" indent="0"/>
            <a:r>
              <a:rPr sz="1800" b="0">
                <a:solidFill>
                  <a:srgbClr val="171717"/>
                </a:solidFill>
                <a:latin typeface="Montserrat Medium"/>
              </a:rPr>
              <a:t>Вагоны различаются в 2,7 раза на тот же пробег: повод проверить калибровку или маршрут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71717"/>
                </a:solidFill>
                <a:latin typeface="Montserrat ExtraBold"/>
              </a:rPr>
              <a:t>6 113 срабатываний на 4 234 км: 144,4 на 100 км, 59% важные и критичные</a:t>
            </a:r>
          </a:p>
        </p:txBody>
      </p:sp>
      <p:pic>
        <p:nvPicPr>
          <p:cNvPr id="4" name="Picture Placeholder 3" descr="p5_kpi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34" r="34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58158"/>
                </a:solidFill>
                <a:latin typeface="Montserrat ExtraBold"/>
              </a:rPr>
              <a:t>Каждый факт разбора привязан к секунде и полю данных, ИИ его только пересказывает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 marL="0" indent="0"/>
            <a:r>
              <a:rPr sz="2200" b="0">
                <a:solidFill>
                  <a:srgbClr val="158158"/>
                </a:solidFill>
                <a:latin typeface="Tektur"/>
              </a:rPr>
              <a:t>1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Факты собирает код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marL="0" indent="0"/>
            <a:r>
              <a:rPr sz="2200" b="0">
                <a:solidFill>
                  <a:srgbClr val="158158"/>
                </a:solidFill>
                <a:latin typeface="Tektur"/>
              </a:rPr>
              <a:t>2  </a:t>
            </a:r>
            <a:r>
              <a:rPr sz="2000" b="1">
                <a:solidFill>
                  <a:srgbClr val="171717"/>
                </a:solidFill>
                <a:latin typeface="Montserrat ExtraBold"/>
              </a:rPr>
              <a:t>ИИ пересказывает, Jev ставит в очередь</a:t>
            </a:r>
          </a:p>
        </p:txBody>
      </p:sp>
      <p:pic>
        <p:nvPicPr>
          <p:cNvPr id="7" name="Picture 6" descr="p6_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3901440"/>
            <a:ext cx="5413248" cy="22555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p6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707523"/>
            <a:ext cx="5413248" cy="264335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600" b="1">
                <a:solidFill>
                  <a:srgbClr val="171717"/>
                </a:solidFill>
                <a:latin typeface="Montserrat ExtraBold"/>
              </a:rPr>
              <a:t>2D и 3D проигрывают эпизод по записанной скорости и тормозам: трамвай остановился до объекта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 marL="0" indent="0"/>
            <a:r>
              <a:rPr sz="2000" b="1">
                <a:solidFill>
                  <a:srgbClr val="171717"/>
                </a:solidFill>
                <a:latin typeface="Montserrat ExtraBold"/>
              </a:rPr>
              <a:t>2D: вид сбоку, 22:28:55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marL="0" indent="0"/>
            <a:r>
              <a:rPr sz="2000" b="1">
                <a:solidFill>
                  <a:srgbClr val="171717"/>
                </a:solidFill>
                <a:latin typeface="Montserrat ExtraBold"/>
              </a:rPr>
              <a:t>3D «Витязь-М», та же секунда</a:t>
            </a:r>
          </a:p>
        </p:txBody>
      </p:sp>
      <p:pic>
        <p:nvPicPr>
          <p:cNvPr id="7" name="Picture 6" descr="p7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3566160"/>
            <a:ext cx="5413248" cy="2167315"/>
          </a:xfrm>
          <a:prstGeom prst="rect">
            <a:avLst/>
          </a:prstGeom>
        </p:spPr>
      </p:pic>
      <p:pic>
        <p:nvPicPr>
          <p:cNvPr id="8" name="Picture 7" descr="p7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566160"/>
            <a:ext cx="5413248" cy="213275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38328" y="5852160"/>
            <a:ext cx="53035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~6 м подписано «условно»: дистанции до объекта в данных нет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38328" y="3749039"/>
            <a:ext cx="7315200" cy="201168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</a:pPr>
            <a:r>
              <a:rPr sz="2400" b="1">
                <a:solidFill>
                  <a:srgbClr val="171717"/>
                </a:solidFill>
                <a:latin typeface="Montserrat ExtraBold"/>
              </a:rPr>
              <a:t>github.com/Shilushiza/get-tram-adas</a:t>
            </a:r>
          </a:p>
          <a:p>
            <a:pPr marL="0" indent="0">
              <a:spcBef>
                <a:spcPts val="1000"/>
              </a:spcBef>
            </a:pPr>
            <a:r>
              <a:rPr sz="2000" b="0">
                <a:solidFill>
                  <a:srgbClr val="171717"/>
                </a:solidFill>
                <a:latin typeface="Montserrat Medium"/>
              </a:rPr>
              <a:t>Код, данные пайплайна и инструкция по запуску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38328" y="914400"/>
            <a:ext cx="7315200" cy="2377440"/>
          </a:xfrm>
        </p:spPr>
        <p:txBody>
          <a:bodyPr wrap="square"/>
          <a:lstStyle/>
          <a:p>
            <a:pPr marL="0" indent="0"/>
            <a:r>
              <a:rPr sz="3600" b="1">
                <a:solidFill>
                  <a:srgbClr val="158158"/>
                </a:solidFill>
                <a:latin typeface="Montserrat ExtraBold"/>
              </a:rPr>
              <a:t>Код открыт: проверьте разбор на своих выгрузках</a:t>
            </a:r>
          </a:p>
        </p:txBody>
      </p:sp>
      <p:pic>
        <p:nvPicPr>
          <p:cNvPr id="4" name="Picture 3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732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71717"/>
                </a:solidFill>
                <a:latin typeface="Montserrat ExtraBold"/>
              </a:rPr>
              <a:t>Демо 2 минуты: от парка к одной секунде эпизода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marL="0" indent="0">
              <a:spcBef>
                <a:spcPts val="8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144,4 на 100 км</a:t>
            </a:r>
          </a:p>
          <a:p>
            <a:pPr marL="0" indent="0">
              <a:spcBef>
                <a:spcPts val="8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«Разобрать первый эпизод»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 marL="0" indent="0"/>
            <a:r>
              <a:rPr sz="2200" b="1">
                <a:solidFill>
                  <a:srgbClr val="171717"/>
                </a:solidFill>
                <a:latin typeface="Montserrat ExtraBold"/>
              </a:rPr>
              <a:t>Обзор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marL="0" indent="0"/>
            <a:r>
              <a:rPr sz="2200" b="1">
                <a:solidFill>
                  <a:srgbClr val="171717"/>
                </a:solidFill>
                <a:latin typeface="Montserrat ExtraBold"/>
              </a:rPr>
              <a:t>Эпизод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pPr marL="0" indent="0"/>
            <a:r>
              <a:rPr sz="2200" b="1">
                <a:solidFill>
                  <a:srgbClr val="171717"/>
                </a:solidFill>
                <a:latin typeface="Montserrat ExtraBold"/>
              </a:rPr>
              <a:t>ИИ и инструкция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8"/>
          </p:nvPr>
        </p:nvSpPr>
        <p:spPr/>
        <p:txBody>
          <a:bodyPr wrap="square"/>
          <a:lstStyle/>
          <a:p>
            <a:pPr marL="0" indent="0">
              <a:spcBef>
                <a:spcPts val="8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«ИИ-анализ эпизода»: Jev</a:t>
            </a:r>
          </a:p>
          <a:p>
            <a:pPr marL="0" indent="0">
              <a:spcBef>
                <a:spcPts val="8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«Как пользоваться», EN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9"/>
          </p:nvPr>
        </p:nvSpPr>
        <p:spPr/>
        <p:txBody>
          <a:bodyPr wrap="square"/>
          <a:lstStyle/>
          <a:p>
            <a:pPr marL="0" indent="0">
              <a:spcBef>
                <a:spcPts val="8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время 22:28:47: общий курсор</a:t>
            </a:r>
          </a:p>
          <a:p>
            <a:pPr marL="0" indent="0">
              <a:spcBef>
                <a:spcPts val="800"/>
              </a:spcBef>
            </a:pPr>
            <a:r>
              <a:rPr sz="1800" b="0">
                <a:solidFill>
                  <a:srgbClr val="171717"/>
                </a:solidFill>
                <a:latin typeface="Montserrat Medium"/>
              </a:rPr>
              <a:t>2D, «К срабатыванию», 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417320"/>
            <a:ext cx="9509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600" b="0">
                <a:solidFill>
                  <a:srgbClr val="171717"/>
                </a:solidFill>
                <a:latin typeface="Montserrat Medium"/>
              </a:rPr>
              <a:t>Запасной план: слайды B1-B5 с теми же шагами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71717"/>
                </a:solidFill>
                <a:latin typeface="Montserrat ExtraBold"/>
              </a:rPr>
              <a:t>Чего нет в данных, разбор говорит прямо в каждом эпизоде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2377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1">
                <a:solidFill>
                  <a:srgbClr val="5A5A5A"/>
                </a:solidFill>
                <a:latin typeface="Montserrat ExtraBold"/>
              </a:rPr>
              <a:t>В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5936" y="2377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1">
                <a:solidFill>
                  <a:srgbClr val="5A5A5A"/>
                </a:solidFill>
                <a:latin typeface="Montserrat ExtraBold"/>
              </a:rPr>
              <a:t>Что видит аналитик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2926080"/>
            <a:ext cx="57607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Нет дистанции до объекта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5936" y="2926080"/>
            <a:ext cx="54864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объект подписан «условно»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3794760"/>
            <a:ext cx="57607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Время до 1 с, шаг 5-7 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5936" y="3794760"/>
            <a:ext cx="54864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порядок в секунде не установлен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4663440"/>
            <a:ext cx="57607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JSON у 54,5% строк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4663440"/>
            <a:ext cx="54864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тип объекта «не записан»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5532120"/>
            <a:ext cx="57607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Нет кадров камер к поездкам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5532120"/>
            <a:ext cx="54864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2000" b="0">
                <a:solidFill>
                  <a:srgbClr val="171717"/>
                </a:solidFill>
                <a:latin typeface="Montserrat Medium"/>
              </a:rPr>
              <a:t>ролики ГЭТ только как примеры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21207" y="1920240"/>
            <a:ext cx="6949440" cy="4023360"/>
          </a:xfrm>
        </p:spPr>
        <p:txBody>
          <a:bodyPr wrap="square"/>
          <a:lstStyle/>
          <a:p>
            <a:pPr marL="0" indent="0">
              <a:spcBef>
                <a:spcPts val="1400"/>
              </a:spcBef>
            </a:pPr>
            <a:r>
              <a:rPr sz="2000" b="0">
                <a:solidFill>
                  <a:srgbClr val="171717"/>
                </a:solidFill>
                <a:latin typeface="Montserrat Medium"/>
              </a:rPr>
              <a:t>Windows: ярлык, трей, данные локально</a:t>
            </a:r>
          </a:p>
          <a:p>
            <a:pPr marL="0" indent="0">
              <a:spcBef>
                <a:spcPts val="1400"/>
              </a:spcBef>
            </a:pPr>
            <a:r>
              <a:rPr sz="2000" b="0">
                <a:solidFill>
                  <a:srgbClr val="171717"/>
                </a:solidFill>
                <a:latin typeface="Montserrat Medium"/>
              </a:rPr>
              <a:t>RU и EN, инструкция внутри</a:t>
            </a:r>
          </a:p>
          <a:p>
            <a:pPr marL="0" indent="0">
              <a:spcBef>
                <a:spcPts val="1400"/>
              </a:spcBef>
            </a:pPr>
            <a:r>
              <a:rPr sz="2000" b="0">
                <a:solidFill>
                  <a:srgbClr val="171717"/>
                </a:solidFill>
                <a:latin typeface="Montserrat Medium"/>
              </a:rPr>
              <a:t>Своя поездка: эпизоды по мере нахождения</a:t>
            </a:r>
          </a:p>
          <a:p>
            <a:pPr marL="0" indent="0">
              <a:spcBef>
                <a:spcPts val="1400"/>
              </a:spcBef>
            </a:pPr>
            <a:r>
              <a:rPr sz="2000" b="1">
                <a:solidFill>
                  <a:srgbClr val="171717"/>
                </a:solidFill>
                <a:latin typeface="Montserrat ExtraBold"/>
              </a:rPr>
              <a:t>Просим: </a:t>
            </a:r>
            <a:r>
              <a:rPr sz="2000" b="0">
                <a:solidFill>
                  <a:srgbClr val="171717"/>
                </a:solidFill>
                <a:latin typeface="Montserrat Medium"/>
              </a:rPr>
              <a:t>дистанцию до объекта и видео с метками времени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0" indent="0"/>
            <a:r>
              <a:rPr sz="2800" b="1">
                <a:solidFill>
                  <a:srgbClr val="171717"/>
                </a:solidFill>
                <a:latin typeface="Montserrat ExtraBold"/>
              </a:rPr>
              <a:t>Готово к пилоту на выгрузках ГЭТ: CSV поездки на вход, разбор на выходе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0" y="1783080"/>
            <a:ext cx="34290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40" y="196596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420624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 algn="ctr"/>
            <a:r>
              <a:rPr sz="1600" b="1">
                <a:solidFill>
                  <a:srgbClr val="171717"/>
                </a:solidFill>
                <a:latin typeface="Montserrat ExtraBold"/>
              </a:rPr>
              <a:t>Код и инструкция</a:t>
            </a:r>
          </a:p>
          <a:p>
            <a:pPr marL="0" indent="0" algn="ctr"/>
            <a:r>
              <a:rPr sz="1600" b="0">
                <a:solidFill>
                  <a:srgbClr val="171717"/>
                </a:solidFill>
                <a:latin typeface="Montserrat Medium"/>
              </a:rPr>
              <a:t>github.com/Shilushiza/</a:t>
            </a:r>
          </a:p>
          <a:p>
            <a:pPr marL="0" indent="0" algn="ctr"/>
            <a:r>
              <a:rPr sz="1600" b="0">
                <a:solidFill>
                  <a:srgbClr val="171717"/>
                </a:solidFill>
                <a:latin typeface="Montserrat Medium"/>
              </a:rPr>
              <a:t>get-tram-adas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"/>
            <a:ext cx="9052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0">
                <a:solidFill>
                  <a:srgbClr val="158158"/>
                </a:solidFill>
                <a:latin typeface="Tektur"/>
              </a:rPr>
              <a:t>B1  </a:t>
            </a:r>
            <a:r>
              <a:rPr sz="1800" b="0">
                <a:solidFill>
                  <a:srgbClr val="171717"/>
                </a:solidFill>
                <a:latin typeface="Montserrat Medium"/>
              </a:rPr>
              <a:t>Обзор: 144,4 на 100 км, 59% важные, карта и очередь разбора</a:t>
            </a:r>
          </a:p>
        </p:txBody>
      </p:sp>
      <p:pic>
        <p:nvPicPr>
          <p:cNvPr id="3" name="Picture 2" descr="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987552"/>
            <a:ext cx="10012680" cy="563270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"/>
            <a:ext cx="9052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0">
                <a:solidFill>
                  <a:srgbClr val="158158"/>
                </a:solidFill>
                <a:latin typeface="Tektur"/>
              </a:rPr>
              <a:t>B2  </a:t>
            </a:r>
            <a:r>
              <a:rPr sz="1800" b="0">
                <a:solidFill>
                  <a:srgbClr val="171717"/>
                </a:solidFill>
                <a:latin typeface="Montserrat Medium"/>
              </a:rPr>
              <a:t>Эпизод 3139, 17.09 22:28:34: 27 км/ч до 0, факты со временем и полем</a:t>
            </a:r>
          </a:p>
        </p:txBody>
      </p:sp>
      <p:pic>
        <p:nvPicPr>
          <p:cNvPr id="3" name="Picture 2" descr="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987552"/>
            <a:ext cx="10012680" cy="563270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"/>
            <a:ext cx="9052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0">
                <a:solidFill>
                  <a:srgbClr val="158158"/>
                </a:solidFill>
                <a:latin typeface="Tektur"/>
              </a:rPr>
              <a:t>B3  </a:t>
            </a:r>
            <a:r>
              <a:rPr sz="1800" b="0">
                <a:solidFill>
                  <a:srgbClr val="171717"/>
                </a:solidFill>
                <a:latin typeface="Montserrat Medium"/>
              </a:rPr>
              <a:t>2D, 22:28:55: трамвай остановился до объекта, расстояние условное</a:t>
            </a:r>
          </a:p>
        </p:txBody>
      </p:sp>
      <p:pic>
        <p:nvPicPr>
          <p:cNvPr id="3" name="Picture 2" descr="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987552"/>
            <a:ext cx="10012680" cy="563270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"/>
            <a:ext cx="9052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0">
                <a:solidFill>
                  <a:srgbClr val="158158"/>
                </a:solidFill>
                <a:latin typeface="Tektur"/>
              </a:rPr>
              <a:t>B4  </a:t>
            </a:r>
            <a:r>
              <a:rPr sz="1800" b="0">
                <a:solidFill>
                  <a:srgbClr val="171717"/>
                </a:solidFill>
                <a:latin typeface="Montserrat Medium"/>
              </a:rPr>
              <a:t>ИИ-анализ: Jev «Разобрать первым», вывод с полями в скобках</a:t>
            </a:r>
          </a:p>
        </p:txBody>
      </p:sp>
      <p:pic>
        <p:nvPicPr>
          <p:cNvPr id="3" name="Picture 2" descr="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987552"/>
            <a:ext cx="10012680" cy="563270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"/>
            <a:ext cx="9052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0" indent="0"/>
            <a:r>
              <a:rPr sz="1800" b="0">
                <a:solidFill>
                  <a:srgbClr val="158158"/>
                </a:solidFill>
                <a:latin typeface="Tektur"/>
              </a:rPr>
              <a:t>B5  </a:t>
            </a:r>
            <a:r>
              <a:rPr sz="1800" b="0">
                <a:solidFill>
                  <a:srgbClr val="171717"/>
                </a:solidFill>
                <a:latin typeface="Montserrat Medium"/>
              </a:rPr>
              <a:t>«Как пользоваться»: было и стало, 6 сценариев, RU и EN</a:t>
            </a:r>
          </a:p>
        </p:txBody>
      </p:sp>
      <p:pic>
        <p:nvPicPr>
          <p:cNvPr id="3" name="Picture 2" descr="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987552"/>
            <a:ext cx="10012680" cy="563270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9">
      <a:dk1>
        <a:srgbClr val="4ABFCF"/>
      </a:dk1>
      <a:lt1>
        <a:srgbClr val="FFFFFF"/>
      </a:lt1>
      <a:dk2>
        <a:srgbClr val="0E2841"/>
      </a:dk2>
      <a:lt2>
        <a:srgbClr val="E8E8E8"/>
      </a:lt2>
      <a:accent1>
        <a:srgbClr val="4ABFCF"/>
      </a:accent1>
      <a:accent2>
        <a:srgbClr val="DAF2F5"/>
      </a:accent2>
      <a:accent3>
        <a:srgbClr val="92D8E2"/>
      </a:accent3>
      <a:accent4>
        <a:srgbClr val="2C97A6"/>
      </a:accent4>
      <a:accent5>
        <a:srgbClr val="1D656F"/>
      </a:accent5>
      <a:accent6>
        <a:srgbClr val="215E99"/>
      </a:accent6>
      <a:hlink>
        <a:srgbClr val="467886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2026-07-08T08:48:58Z</dcterms:created>
  <dc:creator>GET tram ADAS team</dc:creator>
</cp:coreProperties>
</file>